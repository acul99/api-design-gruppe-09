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56c112ad92a42ad" /><Relationship Type="http://schemas.openxmlformats.org/officeDocument/2006/relationships/extended-properties" Target="/docProps/app.xml" Id="R462127668a6e4a82" /><Relationship Type="http://schemas.openxmlformats.org/officeDocument/2006/relationships/officeDocument" Target="/ppt/presentation.xml" Id="Rde21e817a2fa4406" /></Relationships>
</file>

<file path=ppt/presentation.xml><?xml version="1.0" encoding="utf-8"?>
<p:presentation xmlns:p="http://schemas.openxmlformats.org/presentationml/2006/main">
  <p:sldMasterIdLst>
    <p:sldMasterId xmlns:r="http://schemas.openxmlformats.org/officeDocument/2006/relationships" id="2147483648" r:id="Raa9659f8f2674bc2"/>
  </p:sldMasterIdLst>
  <p:notesMasterIdLst>
    <p:notesMasterId xmlns:r="http://schemas.openxmlformats.org/officeDocument/2006/relationships" r:id="R8fb29351e91c4e88"/>
  </p:notesMasterIdLst>
  <p:sldIdLst>
    <p:sldId xmlns:r="http://schemas.openxmlformats.org/officeDocument/2006/relationships" id="256" r:id="Rba21ff9fee5443f0"/>
    <p:sldId xmlns:r="http://schemas.openxmlformats.org/officeDocument/2006/relationships" id="257" r:id="R4e6d7c7050ab426b"/>
    <p:sldId xmlns:r="http://schemas.openxmlformats.org/officeDocument/2006/relationships" id="258" r:id="R9d95d0a728aa4341"/>
    <p:sldId xmlns:r="http://schemas.openxmlformats.org/officeDocument/2006/relationships" id="259" r:id="Re52a483d5e3243c2"/>
    <p:sldId xmlns:r="http://schemas.openxmlformats.org/officeDocument/2006/relationships" id="260" r:id="R95eb6de240344d1d"/>
    <p:sldId xmlns:r="http://schemas.openxmlformats.org/officeDocument/2006/relationships" id="261" r:id="R7534f6c3d09b48b8"/>
    <p:sldId xmlns:r="http://schemas.openxmlformats.org/officeDocument/2006/relationships" id="262" r:id="R893428a8ba404e70"/>
    <p:sldId xmlns:r="http://schemas.openxmlformats.org/officeDocument/2006/relationships" id="263" r:id="R6c17764f1b21434e"/>
    <p:sldId xmlns:r="http://schemas.openxmlformats.org/officeDocument/2006/relationships" id="264" r:id="Rf2a8ef37885b495d"/>
    <p:sldId xmlns:r="http://schemas.openxmlformats.org/officeDocument/2006/relationships" id="265" r:id="Rca8915d0f9454cdd"/>
    <p:sldId xmlns:r="http://schemas.openxmlformats.org/officeDocument/2006/relationships" id="266" r:id="Rc49cf5279e8d4bb0"/>
    <p:sldId xmlns:r="http://schemas.openxmlformats.org/officeDocument/2006/relationships" id="267" r:id="R34dd864e701244a0"/>
    <p:sldId xmlns:r="http://schemas.openxmlformats.org/officeDocument/2006/relationships" id="268" r:id="Rc1d2e61e7aa04385"/>
    <p:sldId xmlns:r="http://schemas.openxmlformats.org/officeDocument/2006/relationships" id="269" r:id="Rc1e7346bb35a472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a1ebcd86e124903" /><Relationship Type="http://schemas.openxmlformats.org/officeDocument/2006/relationships/slideMaster" Target="/ppt/slideMasters/slideMaster1.xml" Id="Raa9659f8f2674bc2" /><Relationship Type="http://schemas.openxmlformats.org/officeDocument/2006/relationships/notesMaster" Target="/ppt/notesMasters/notesMaster1.xml" Id="R8fb29351e91c4e88" /><Relationship Type="http://schemas.openxmlformats.org/officeDocument/2006/relationships/presProps" Target="/ppt/presProps.xml" Id="R5dbf8c66992e4954" /><Relationship Type="http://schemas.openxmlformats.org/officeDocument/2006/relationships/tableStyles" Target="/ppt/tableStyles.xml" Id="R57e7d4463a114e6a" /><Relationship Type="http://schemas.openxmlformats.org/officeDocument/2006/relationships/slide" Target="/ppt/slides/slide1.xml" Id="Rba21ff9fee5443f0" /><Relationship Type="http://schemas.openxmlformats.org/officeDocument/2006/relationships/slide" Target="/ppt/slides/slide2.xml" Id="R4e6d7c7050ab426b" /><Relationship Type="http://schemas.openxmlformats.org/officeDocument/2006/relationships/slide" Target="/ppt/slides/slide3.xml" Id="R9d95d0a728aa4341" /><Relationship Type="http://schemas.openxmlformats.org/officeDocument/2006/relationships/slide" Target="/ppt/slides/slide4.xml" Id="Re52a483d5e3243c2" /><Relationship Type="http://schemas.openxmlformats.org/officeDocument/2006/relationships/slide" Target="/ppt/slides/slide5.xml" Id="R95eb6de240344d1d" /><Relationship Type="http://schemas.openxmlformats.org/officeDocument/2006/relationships/slide" Target="/ppt/slides/slide6.xml" Id="R7534f6c3d09b48b8" /><Relationship Type="http://schemas.openxmlformats.org/officeDocument/2006/relationships/slide" Target="/ppt/slides/slide7.xml" Id="R893428a8ba404e70" /><Relationship Type="http://schemas.openxmlformats.org/officeDocument/2006/relationships/slide" Target="/ppt/slides/slide8.xml" Id="R6c17764f1b21434e" /><Relationship Type="http://schemas.openxmlformats.org/officeDocument/2006/relationships/slide" Target="/ppt/slides/slide9.xml" Id="Rf2a8ef37885b495d" /><Relationship Type="http://schemas.openxmlformats.org/officeDocument/2006/relationships/slide" Target="/ppt/slides/slide10.xml" Id="Rca8915d0f9454cdd" /><Relationship Type="http://schemas.openxmlformats.org/officeDocument/2006/relationships/slide" Target="/ppt/slides/slide11.xml" Id="Rc49cf5279e8d4bb0" /><Relationship Type="http://schemas.openxmlformats.org/officeDocument/2006/relationships/slide" Target="/ppt/slides/slide12.xml" Id="R34dd864e701244a0" /><Relationship Type="http://schemas.openxmlformats.org/officeDocument/2006/relationships/slide" Target="/ppt/slides/slide13.xml" Id="Rc1d2e61e7aa04385" /><Relationship Type="http://schemas.openxmlformats.org/officeDocument/2006/relationships/slide" Target="/ppt/slides/slide14.xml" Id="Rc1e7346bb35a472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369664941b3411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389a01d93bf49a5" /><Relationship Type="http://schemas.openxmlformats.org/officeDocument/2006/relationships/notesMaster" Target="/ppt/notesMasters/notesMaster1.xml" Id="Ra1e2a84680264c01" /></Relationships>
</file>

<file path=ppt/notesSlides/_rels/notesSlide2.xml.rels>&#65279;<?xml version="1.0" encoding="utf-8"?><Relationships xmlns="http://schemas.openxmlformats.org/package/2006/relationships"><Relationship Type="http://schemas.openxmlformats.org/officeDocument/2006/relationships/slide" Target="/ppt/slides/slide2.xml" Id="R9a13e47965ab4081" /><Relationship Type="http://schemas.openxmlformats.org/officeDocument/2006/relationships/notesMaster" Target="/ppt/notesMasters/notesMaster1.xml" Id="R04d0044b694f4914" /></Relationships>
</file>

<file path=ppt/notesSlides/_rels/notesSlide3.xml.rels>&#65279;<?xml version="1.0" encoding="utf-8"?><Relationships xmlns="http://schemas.openxmlformats.org/package/2006/relationships"><Relationship Type="http://schemas.openxmlformats.org/officeDocument/2006/relationships/slide" Target="/ppt/slides/slide3.xml" Id="Rd64af86aaf954042" /><Relationship Type="http://schemas.openxmlformats.org/officeDocument/2006/relationships/notesMaster" Target="/ppt/notesMasters/notesMaster1.xml" Id="Rcaf8e7d0f5b347e9" /></Relationships>
</file>

<file path=ppt/notesSlides/_rels/notesSlide4.xml.rels>&#65279;<?xml version="1.0" encoding="utf-8"?><Relationships xmlns="http://schemas.openxmlformats.org/package/2006/relationships"><Relationship Type="http://schemas.openxmlformats.org/officeDocument/2006/relationships/slide" Target="/ppt/slides/slide4.xml" Id="R1099082457ac485c" /><Relationship Type="http://schemas.openxmlformats.org/officeDocument/2006/relationships/notesMaster" Target="/ppt/notesMasters/notesMaster1.xml" Id="Rfd0db6b40ce14a8d" /></Relationships>
</file>

<file path=ppt/notesSlides/_rels/notesSlide5.xml.rels>&#65279;<?xml version="1.0" encoding="utf-8"?><Relationships xmlns="http://schemas.openxmlformats.org/package/2006/relationships"><Relationship Type="http://schemas.openxmlformats.org/officeDocument/2006/relationships/slide" Target="/ppt/slides/slide5.xml" Id="Rb12f7686f5944c58" /><Relationship Type="http://schemas.openxmlformats.org/officeDocument/2006/relationships/notesMaster" Target="/ppt/notesMasters/notesMaster1.xml" Id="R28dff98a647347b0" /></Relationships>
</file>

<file path=ppt/notesSlides/_rels/notesSlide6.xml.rels>&#65279;<?xml version="1.0" encoding="utf-8"?><Relationships xmlns="http://schemas.openxmlformats.org/package/2006/relationships"><Relationship Type="http://schemas.openxmlformats.org/officeDocument/2006/relationships/slide" Target="/ppt/slides/slide6.xml" Id="Rb5051a6aecc44cc0" /><Relationship Type="http://schemas.openxmlformats.org/officeDocument/2006/relationships/notesMaster" Target="/ppt/notesMasters/notesMaster1.xml" Id="R26815fb349784e2b" /></Relationships>
</file>

<file path=ppt/notesSlides/_rels/notesSlide7.xml.rels>&#65279;<?xml version="1.0" encoding="utf-8"?><Relationships xmlns="http://schemas.openxmlformats.org/package/2006/relationships"><Relationship Type="http://schemas.openxmlformats.org/officeDocument/2006/relationships/slide" Target="/ppt/slides/slide7.xml" Id="R656ab87592f24f87" /><Relationship Type="http://schemas.openxmlformats.org/officeDocument/2006/relationships/notesMaster" Target="/ppt/notesMasters/notesMaster1.xml" Id="R2c6f9a293e38495b" /></Relationships>
</file>

<file path=ppt/notesSlides/_rels/notesSlide8.xml.rels>&#65279;<?xml version="1.0" encoding="utf-8"?><Relationships xmlns="http://schemas.openxmlformats.org/package/2006/relationships"><Relationship Type="http://schemas.openxmlformats.org/officeDocument/2006/relationships/slide" Target="/ppt/slides/slide8.xml" Id="R7647cd31775e44a1" /><Relationship Type="http://schemas.openxmlformats.org/officeDocument/2006/relationships/notesMaster" Target="/ppt/notesMasters/notesMaster1.xml" Id="R1f58404b2785405a" /></Relationships>
</file>

<file path=ppt/notesSlides/_rels/notesSlide9.xml.rels>&#65279;<?xml version="1.0" encoding="utf-8"?><Relationships xmlns="http://schemas.openxmlformats.org/package/2006/relationships"><Relationship Type="http://schemas.openxmlformats.org/officeDocument/2006/relationships/slide" Target="/ppt/slides/slide9.xml" Id="R6f290d2ad7c04769" /><Relationship Type="http://schemas.openxmlformats.org/officeDocument/2006/relationships/notesMaster" Target="/ppt/notesMasters/notesMaster1.xml" Id="R0d060651f6d449b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570371cc64a4c99" /><Relationship Type="http://schemas.openxmlformats.org/officeDocument/2006/relationships/notesMaster" Target="/ppt/notesMasters/notesMaster1.xml" Id="R5bd225136cf345f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15a1956819240ca" /><Relationship Type="http://schemas.openxmlformats.org/officeDocument/2006/relationships/notesMaster" Target="/ppt/notesMasters/notesMaster1.xml" Id="R617086ac5e734d5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a956f5f329a4723" /><Relationship Type="http://schemas.openxmlformats.org/officeDocument/2006/relationships/notesMaster" Target="/ppt/notesMasters/notesMaster1.xml" Id="R06ffa400c99a4fc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6c0f8b6bd944653" /><Relationship Type="http://schemas.openxmlformats.org/officeDocument/2006/relationships/notesMaster" Target="/ppt/notesMasters/notesMaster1.xml" Id="Rbcb9a368139044c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d532d80d10d40fe" /><Relationship Type="http://schemas.openxmlformats.org/officeDocument/2006/relationships/notesMaster" Target="/ppt/notesMasters/notesMaster1.xml" Id="R589b75b4c4f4417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 Min. Einstieg: Wie kommen laufende Messwerte zuverlässig zur passenden Analyse? Grundlage: Aufgabenstellung, Abschnitte 1–3. Implementierung: sechs Python-Dateien aus Archive.zip.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 Min. SensorProducer veröffentlicht auf iot.events. Bindings wählen die Analysequeue. Beide Analyseprofile erzeugen bei Bedarf Alarme und Monitoring-Ereignisse. Alle Hauptqueues besitzen TTL und DLX. DLX ist ein Exchange, iot.dlq die Queue. Quellen: common.py declare_topology(), analyse_consumer.py handle(), emit().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0:50 Min. RabbitMQ filtert vor der Zustellung. Die Typprüfung im Consumer ergänzt die Brokerfilterung um Inhaltsvalidierung. Direct-Routing und Priorität sind unabhängig. Alternativen sind Entwurfsvergleiche, keine zusätzlichen implementierten Exchanges. Quelle: common.py BINDINGS und declare_topology().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 Min. Quellen: sensorProducer.py create_measurement(), connect() und publish(). Pro Schleifendurchlauf erzeugt der Producer je eine Messung für Temperatur, Feuchte und Druck. Zwischen den Durchläufen wartet er zwei Sekunden. Die JSON-Nachricht auf der Folie ist ein Beispiel und verwendet das tatsächlich gesendete Feld sensor_type. Routing Key: sensor.&lt;sensor_type&gt;.&lt;sensor_id&gt;. Persistenz: delivery_mode=2 zusammen mit dauerhaften Queues. confirm_delivery() bestätigt Brokerannahme, nicht die Verarbeitung im Consumer. mandatory=True erkennt fehlendes Routing. Bei temporärem Sendefehler folgen maximal fünf Wiederholungen mit Wartezeiten 1, 2, 4, 8 und 10 Sekunden. message_id und Nachricht bleiben bei einem Retry unverändert. Nach ausgeschöpften Retries bricht der Producer mit einer Fehlermeldung 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0:50 Min. Quelle: analyse_consumer.py TumblingWindow, validate(), consume(). Die Fenster verwenden time.monotonic() und Empfangs-/Verarbeitungszeit, nicht den Messzeitstempel. Ausgabe je Typ: Anzahl, Mittelwert, Minimum und Maximum. due() wird nach dem Handler geprüft. Deshalb sind die Grenzen bei langen Handlerschritten nicht exakt.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0:50 Min. Quellen: analyse_consumer.py RULES und handle(), common.py SEVERITY_PRIORITY / declare_topology(), alarm_consumer.py main(). Hohe Priorität betrifft wartende Nachrichten, laufende Verarbeitung wird nicht unterbrochen. Der Alarm-Consumer nutzt prefetch_count=1. CRITICAL-Regeln stehen zuerst.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 Min. Quelle: analyse_consumer.py handle(). Der Ausschnitt verwendet die Originalaufrufe und fasst den ursprünglichen if/else-Zweig für redelivered zu einer gleichwertigen NACK-Anweisung zusammen. Logging, Monitoring und der Alarmcode sind ausgelassen. Der Kommentar im try-Block markiert die ausgelassene Anomalieprüfung samt Alarmversand. Nach erfolgreicher Validierung und Verarbeitung ergänzt der Consumer das Fenster und bestätigt erst danach die Quellnachricht. InvalidMessage führt zu NACK ohne Requeue und sofortigem return. Verbindungsfehler werden weitergereicht: Ohne funktionierende Verbindung erfolgt keine Bestätigung, der äußere Reconnect übernimmt. Bei anderen Ausnahmen bestimmt redelivered, ob noch einmal zugestellt wird. redelivered zeigt eine frühere Zustellung an und ist kein exakter Zähler für Verarbeitungsfehler.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0:45 Min. Quellen: common.py declare_topology(), MESSAGE_TTL_MS und DELIVERY_LIMIT. TTL beschränkt das Warten in der Queue, nicht die Laufzeit bereits zugestellter Nachrichten. Für abgelaufene Nachrichten gilt: Aussonderung beim Broker, etwa am Queue-Kopf. Die gemeinsame DLQ hat hier keine eigene TTL.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0:55 Min. Quellen: analyse_consumer.py emit()/handle(), common.py declare_topology(), monitoring_consumer.py connect()/process_message(). Die Analyse sendet an den Topic-Exchange monitoring. Die Routing Keys lauten monitor.processed und monitor.failed. Das Binding monitor.# verbindet den Exchange mit der Queue monitoring.events und akzeptiert beide Routing Keys. Der Monitoring-Consumer konsumiert aus der Queue, nicht direkt aus einem Routing Key. monitoring.events ist der frei gewählte Queuename. Der Bestandteil events muss nicht mit dem Routing Key übereinstimmen. Die Kennzahlen beziehen sich auf gültige empfangene Monitoring-Ereignisse und die aktuelle Consumer-Laufzeit.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Live-Demonstration des regulären Betriebs. Broker und Consumer vorab starten. Producer aktivieren, Routing auf die Analysequeues, Aggregation, Alarmierung und Monitoring zeigen. Anschließend die beiden Fehlerszenarien demonstrieren.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1:50 Min. Grundlage: Fehlerszenario1.md, mit Abgleich gegen alarm_consumer.py und common.py. Das dokumentierte Demo-Skript beendet den Alarm-Consumer nach x Sekunden mit kill -9 und startet ihn nach y Sekunden neu. x und y sind im Protokoll nicht beziffert. Ein solches Demo-Skript liegt im Codearchiv nicht vor. Bei Absturz während der Verarbeitung erfolgt kein ACK/NACK. Nach Verbindungsabbau gibt der Broker die unbestätigte Nachricht erneut frei. prefetch_count=1 begrenzt die Anzahl auf einen Alarm. Wartende und neu erzeugte Alarme sammeln sich in alarms. CRITICAL erhält bei der nächsten Auslieferung Vorrang. Die aktuelle Arbeit wird nicht unterbrochen. Ein Ausfall unter 60 Sekunden verhindert TTL-Ablauf nicht sicher: Bereits wartende Alarme haben eine kürzere Restlebensdauer. Auch nach Wiederanlauf kann ein großer Rückstau ablaufen. Duplikaterkennung über source_message_id und Severity besteht nur in der aktuellen Prozesslaufzeit.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 Min. Grundlage: Fehlerszenario2.md. Abgleich: faultyProducer.py build() und analyse_consumer.py validate()/handle(). Die Dokumentation beschreibt jede n-te Nachricht mit falschem Typ. Im gelieferten Code ist jede fünfte Nachricht defekt, wobei fünf Fehlerarten rotieren. Ein Typ aus dem anderen Analyseprofil erscheint deshalb erstmals bei Nachricht 25, bei 2 Sekunden Abstand ungefähr 48 Sekunden nach Start. Routing Key bleibt unverändert, der Body enthält den falschen sensor_type. Beispiel: climate erhält eine Nachricht mit type pressure. validate() prüft gegen die erlaubten Typen des Profils und wirft InvalidMessage. Der Handler sendet NACK mit requeue=False. Der Broker routet über iot.dlx zur iot.dlq. Der Consumer verarbeitet gültige Nachrichten weiter. Nachweis in der Live-Demo: Fehlerlog und x-death reason=rejected in der DLQ zeigen.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0:45 Min. Grundlagen: Fehlerszenario1.md und Fehlerszenario2.md. Manuelle ACKs ermöglichen erneute Zustellung nach einem Absturz. Dauerhaft ungültige Nachrichten gelangen ohne Retry in die DLQ. Die Ausgaben der beteiligten Prozesse sind wichtig, um die zeitliche Abfolge zu verstehen. Python-Dokumentation: https://docs.python.org/3/library/functions.html#print und https://docs.python.org/3/library/logging.handlers.html#streamhandler. print() nutzt standardmäßig stdout und flush=False. Die Pufferung hängt vom Stream ab, besonders bei umgeleiteter Ausgabe können Meldungen verzögert erscheinen. Ein logging.StreamHandler schreibt und leert den Stream pro ausgegebenem Logeintrag. Andere Handler können anders arbeiten. Zeitstempel und Log-Level helfen bei der Einordnung.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Anhang, außerhalb der 15 Minuten. Allgemeine Grenzen des Prototyps und mögliche Weiterentwicklung. Keine gemessene Leistungsgrenze behaupten: Es wurden keine Last- oder Cluster-Tests dokumentiert. Der Empfangszeitbezug ergibt sich aus TumblingWindow. TTL=60 Sekunden entspricht common.py. Duplikate sind bei At-least-once-Verarbeitung möglich. Ein RabbitMQ-Cluster ist eine mögliche Weiterentwicklung, aber im gelieferten Material nicht als Deployment belegt.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1bd8ab5d87d400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c3b2e22f65a4fc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8f9f104d6c64d0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d62877de3f64bd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548fe6a6f5549d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c794ad53a0a49d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D35762F-430A-4CC3-AE78-B92580448CB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1A900A3-8CD0-4EBD-B965-1A00A6D51CD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2EC0BA1-EB6A-4459-BD8C-2EBB18B3B23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E9293C7-1F0C-474B-AD00-61714449911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686D8BF-BD2F-4435-BAFD-581E73D044A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735534F-EC16-4ECB-A9C0-40F2F0D2B27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0EEBCAD-C560-4238-A344-F729B71CC33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7DA4424-B4F1-40BB-A603-B3B5BF9FA96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34E2147-E6A4-4C12-A42A-D1547EF888F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96EFF8E-4647-4047-BA5B-6AA55468A77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522be6911b345f0" /><Relationship Type="http://schemas.openxmlformats.org/officeDocument/2006/relationships/slideLayout" Target="/ppt/slideLayouts/slideLayout1.xml" Id="R933bf73feffb47a3" /><Relationship Type="http://schemas.openxmlformats.org/officeDocument/2006/relationships/slideLayout" Target="/ppt/slideLayouts/slideLayout2.xml" Id="R7e342d1e9d9847c3" /><Relationship Type="http://schemas.openxmlformats.org/officeDocument/2006/relationships/slideLayout" Target="/ppt/slideLayouts/slideLayout3.xml" Id="R3c944f4c0ae342ad" /><Relationship Type="http://schemas.openxmlformats.org/officeDocument/2006/relationships/slideLayout" Target="/ppt/slideLayouts/slideLayout4.xml" Id="R809d0140158f4a53" /><Relationship Type="http://schemas.openxmlformats.org/officeDocument/2006/relationships/slideLayout" Target="/ppt/slideLayouts/slideLayout5.xml" Id="Rbe0ebf017e4b467d" /><Relationship Type="http://schemas.openxmlformats.org/officeDocument/2006/relationships/slideLayout" Target="/ppt/slideLayouts/slideLayout6.xml" Id="R0c455b22495c46c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33bf73feffb47a3"/>
    <p:sldLayoutId xmlns:r="http://schemas.openxmlformats.org/officeDocument/2006/relationships" id="2147483650" r:id="R7e342d1e9d9847c3"/>
    <p:sldLayoutId xmlns:r="http://schemas.openxmlformats.org/officeDocument/2006/relationships" id="2147483651" r:id="R3c944f4c0ae342ad"/>
    <p:sldLayoutId xmlns:r="http://schemas.openxmlformats.org/officeDocument/2006/relationships" id="2147483652" r:id="R809d0140158f4a53"/>
    <p:sldLayoutId xmlns:r="http://schemas.openxmlformats.org/officeDocument/2006/relationships" id="2147483653" r:id="Rbe0ebf017e4b467d"/>
    <p:sldLayoutId xmlns:r="http://schemas.openxmlformats.org/officeDocument/2006/relationships" id="2147483654" r:id="R0c455b22495c46c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80908b2e8274da1" /><Relationship Type="http://schemas.openxmlformats.org/officeDocument/2006/relationships/notesSlide" Target="/ppt/notesSlides/notesSlide1.xml" Id="R3c16ad2ecc4647d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c7933e7ee9d40b0" /><Relationship Type="http://schemas.openxmlformats.org/officeDocument/2006/relationships/notesSlide" Target="/ppt/notesSlides/notesSlide2.xml" Id="Rcee2d3d74615426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aa18b8c14884e14" /><Relationship Type="http://schemas.openxmlformats.org/officeDocument/2006/relationships/notesSlide" Target="/ppt/notesSlides/notesSlide3.xml" Id="Ra894a5a5ae0e48e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90f8b0e814c4677" /><Relationship Type="http://schemas.openxmlformats.org/officeDocument/2006/relationships/notesSlide" Target="/ppt/notesSlides/notesSlide4.xml" Id="R4e211ba6fb224f9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1eb8bd4b7af4b0b" /><Relationship Type="http://schemas.openxmlformats.org/officeDocument/2006/relationships/notesSlide" Target="/ppt/notesSlides/notesSlide5.xml" Id="Rb6ddefc25b634f1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a5ce963ef024b1c" /><Relationship Type="http://schemas.openxmlformats.org/officeDocument/2006/relationships/notesSlide" Target="/ppt/notesSlides/notesSlide6.xml" Id="R637807313e334a7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b6fdb4c6045408a" /><Relationship Type="http://schemas.openxmlformats.org/officeDocument/2006/relationships/notesSlide" Target="/ppt/notesSlides/notesSlide7.xml" Id="Rd58972a1d1804f5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fce58408bb6483f" /><Relationship Type="http://schemas.openxmlformats.org/officeDocument/2006/relationships/notesSlide" Target="/ppt/notesSlides/notesSlide8.xml" Id="R854febb8e568415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66ff26c8e634315" /><Relationship Type="http://schemas.openxmlformats.org/officeDocument/2006/relationships/notesSlide" Target="/ppt/notesSlides/notesSlide9.xml" Id="R1856f7bc5d81472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673dd3dc0884e4d" /><Relationship Type="http://schemas.openxmlformats.org/officeDocument/2006/relationships/notesSlide" Target="/ppt/notesSlides/notesSlide10.xml" Id="R30787e025a964f4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532923fcec345cc" /><Relationship Type="http://schemas.openxmlformats.org/officeDocument/2006/relationships/notesSlide" Target="/ppt/notesSlides/notesSlide11.xml" Id="Rdc12d2e55c574f5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31389ff575848f6" /><Relationship Type="http://schemas.openxmlformats.org/officeDocument/2006/relationships/notesSlide" Target="/ppt/notesSlides/notesSlide12.xml" Id="R4eea6e8d2d7d4a0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08c3ba8be74488f" /><Relationship Type="http://schemas.openxmlformats.org/officeDocument/2006/relationships/notesSlide" Target="/ppt/notesSlides/notesSlide13.xml" Id="R44e2f25ac1674c9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cfdcba8b0c94b1c" /><Relationship Type="http://schemas.openxmlformats.org/officeDocument/2006/relationships/notesSlide" Target="/ppt/notesSlides/notesSlide14.xml" Id="R2b2943775c2a4fa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EB4874C7-98D7-430B-BABE-C33CD6E93E39}"/>
              </a:ext>
            </a:extLst>
          </p:cNvPr>
          <p:cNvSpPr>
            <a:spLocks xmlns:a="http://schemas.openxmlformats.org/drawingml/2006/main" noGrp="1"/>
          </p:cNvSpPr>
          <p:nvPr/>
        </p:nvSpPr>
        <p:spPr>
          <a:xfrm xmlns:a="http://schemas.openxmlformats.org/drawingml/2006/main">
            <a:off x="666750" y="523875"/>
            <a:ext cx="10858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3225" b="1">
                <a:solidFill>
                  <a:srgbClr val="17252F"/>
                </a:solidFill>
                <a:latin typeface="Nimbus Sans"/>
                <a:ea typeface="Nimbus Sans"/>
                <a:cs typeface="Nimbus Sans"/>
              </a:defRPr>
            </a:defPPr>
            <a:lvl1pPr>
              <a:defRPr sz="3225" b="1">
                <a:solidFill>
                  <a:srgbClr val="17252F"/>
                </a:solidFill>
                <a:latin typeface="Nimbus Sans"/>
                <a:ea typeface="Nimbus Sans"/>
                <a:cs typeface="Nimbus Sans"/>
              </a:defRPr>
            </a:lvl1pPr>
            <a:lvl2pPr>
              <a:defRPr sz="3225" b="1">
                <a:solidFill>
                  <a:srgbClr val="17252F"/>
                </a:solidFill>
                <a:latin typeface="Nimbus Sans"/>
                <a:ea typeface="Nimbus Sans"/>
                <a:cs typeface="Nimbus Sans"/>
              </a:defRPr>
            </a:lvl2pPr>
            <a:lvl3pPr>
              <a:defRPr sz="3225" b="1">
                <a:solidFill>
                  <a:srgbClr val="17252F"/>
                </a:solidFill>
                <a:latin typeface="Nimbus Sans"/>
                <a:ea typeface="Nimbus Sans"/>
                <a:cs typeface="Nimbus Sans"/>
              </a:defRPr>
            </a:lvl3pPr>
            <a:lvl4pPr>
              <a:defRPr sz="3225" b="1">
                <a:solidFill>
                  <a:srgbClr val="17252F"/>
                </a:solidFill>
                <a:latin typeface="Nimbus Sans"/>
                <a:ea typeface="Nimbus Sans"/>
                <a:cs typeface="Nimbus Sans"/>
              </a:defRPr>
            </a:lvl4pPr>
            <a:lvl5pPr>
              <a:defRPr sz="3225" b="1">
                <a:solidFill>
                  <a:srgbClr val="17252F"/>
                </a:solidFill>
                <a:latin typeface="Nimbus Sans"/>
                <a:ea typeface="Nimbus Sans"/>
                <a:cs typeface="Nimbus Sans"/>
              </a:defRPr>
            </a:lvl5pPr>
            <a:lvl6pPr>
              <a:defRPr sz="3225" b="1">
                <a:solidFill>
                  <a:srgbClr val="17252F"/>
                </a:solidFill>
                <a:latin typeface="Nimbus Sans"/>
                <a:ea typeface="Nimbus Sans"/>
                <a:cs typeface="Nimbus Sans"/>
              </a:defRPr>
            </a:lvl6pPr>
            <a:lvl7pPr>
              <a:defRPr sz="3225" b="1">
                <a:solidFill>
                  <a:srgbClr val="17252F"/>
                </a:solidFill>
                <a:latin typeface="Nimbus Sans"/>
                <a:ea typeface="Nimbus Sans"/>
                <a:cs typeface="Nimbus Sans"/>
              </a:defRPr>
            </a:lvl7pPr>
            <a:lvl8pPr>
              <a:defRPr sz="3225" b="1">
                <a:solidFill>
                  <a:srgbClr val="17252F"/>
                </a:solidFill>
                <a:latin typeface="Nimbus Sans"/>
                <a:ea typeface="Nimbus Sans"/>
                <a:cs typeface="Nimbus Sans"/>
              </a:defRPr>
            </a:lvl8pPr>
            <a:lvl9pPr>
              <a:defRPr sz="3225" b="1">
                <a:solidFill>
                  <a:srgbClr val="17252F"/>
                </a:solidFill>
                <a:latin typeface="Nimbus Sans"/>
                <a:ea typeface="Nimbus Sans"/>
                <a:cs typeface="Nimbus Sans"/>
              </a:defRPr>
            </a:lvl9pPr>
          </a:lstStyle>
          <a:p xmlns:a="http://schemas.openxmlformats.org/drawingml/2006/main">
            <a:pPr>
              <a:defRPr sz="3225" b="1">
                <a:solidFill>
                  <a:srgbClr val="17252F"/>
                </a:solidFill>
                <a:latin typeface="Nimbus Sans"/>
                <a:ea typeface="Nimbus Sans"/>
                <a:cs typeface="Nimbus Sans"/>
              </a:defRPr>
            </a:pPr>
            <a:r>
              <a:rPr sz="3225" b="1">
                <a:solidFill>
                  <a:srgbClr val="17252F"/>
                </a:solidFill>
                <a:latin typeface="Nimbus Sans"/>
                <a:ea typeface="Nimbus Sans"/>
                <a:cs typeface="Nimbus Sans"/>
              </a:rPr>
              <a:t>Echtzeit-Analyse von</a:t>
            </a:r>
          </a:p>
          <a:p xmlns:a="http://schemas.openxmlformats.org/drawingml/2006/main">
            <a:pPr>
              <a:defRPr sz="3225" b="1">
                <a:solidFill>
                  <a:srgbClr val="17252F"/>
                </a:solidFill>
                <a:latin typeface="Nimbus Sans"/>
                <a:ea typeface="Nimbus Sans"/>
                <a:cs typeface="Nimbus Sans"/>
              </a:defRPr>
            </a:pPr>
            <a:r>
              <a:rPr sz="3225" b="1">
                <a:solidFill>
                  <a:srgbClr val="17252F"/>
                </a:solidFill>
                <a:latin typeface="Nimbus Sans"/>
                <a:ea typeface="Nimbus Sans"/>
                <a:cs typeface="Nimbus Sans"/>
              </a:rPr>
              <a:t>IoT-Sensordaten</a:t>
            </a:r>
          </a:p>
        </p:txBody>
      </p:sp>
      <p:sp>
        <p:nvSpPr>
          <p:cNvPr id="2" name="text-1">
            <a:extLst xmlns:a="http://schemas.openxmlformats.org/drawingml/2006/main">
              <a:ext uri="{FF2B5EF4-FFF2-40B4-BE49-F238E27FC236}">
                <a16:creationId xmlns:a16="http://schemas.microsoft.com/office/drawing/2014/main" id="{682AB23D-A3F8-4ACE-86CB-AAAD5931FBC9}"/>
              </a:ext>
            </a:extLst>
          </p:cNvPr>
          <p:cNvSpPr>
            <a:spLocks xmlns:a="http://schemas.openxmlformats.org/drawingml/2006/main" noGrp="1"/>
          </p:cNvSpPr>
          <p:nvPr/>
        </p:nvSpPr>
        <p:spPr>
          <a:xfrm xmlns:a="http://schemas.openxmlformats.org/drawingml/2006/main">
            <a:off x="9620250" y="63246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1350" b="0">
                <a:solidFill>
                  <a:srgbClr val="52616B"/>
                </a:solidFill>
                <a:latin typeface="Nimbus Sans"/>
                <a:ea typeface="Nimbus Sans"/>
                <a:cs typeface="Nimbus Sans"/>
              </a:defRPr>
            </a:defPPr>
            <a:lvl1pPr>
              <a:defRPr sz="1350" b="0">
                <a:solidFill>
                  <a:srgbClr val="52616B"/>
                </a:solidFill>
                <a:latin typeface="Nimbus Sans"/>
                <a:ea typeface="Nimbus Sans"/>
                <a:cs typeface="Nimbus Sans"/>
              </a:defRPr>
            </a:lvl1pPr>
            <a:lvl2pPr>
              <a:defRPr sz="1350" b="0">
                <a:solidFill>
                  <a:srgbClr val="52616B"/>
                </a:solidFill>
                <a:latin typeface="Nimbus Sans"/>
                <a:ea typeface="Nimbus Sans"/>
                <a:cs typeface="Nimbus Sans"/>
              </a:defRPr>
            </a:lvl2pPr>
            <a:lvl3pPr>
              <a:defRPr sz="1350" b="0">
                <a:solidFill>
                  <a:srgbClr val="52616B"/>
                </a:solidFill>
                <a:latin typeface="Nimbus Sans"/>
                <a:ea typeface="Nimbus Sans"/>
                <a:cs typeface="Nimbus Sans"/>
              </a:defRPr>
            </a:lvl3pPr>
            <a:lvl4pPr>
              <a:defRPr sz="1350" b="0">
                <a:solidFill>
                  <a:srgbClr val="52616B"/>
                </a:solidFill>
                <a:latin typeface="Nimbus Sans"/>
                <a:ea typeface="Nimbus Sans"/>
                <a:cs typeface="Nimbus Sans"/>
              </a:defRPr>
            </a:lvl4pPr>
            <a:lvl5pPr>
              <a:defRPr sz="1350" b="0">
                <a:solidFill>
                  <a:srgbClr val="52616B"/>
                </a:solidFill>
                <a:latin typeface="Nimbus Sans"/>
                <a:ea typeface="Nimbus Sans"/>
                <a:cs typeface="Nimbus Sans"/>
              </a:defRPr>
            </a:lvl5pPr>
            <a:lvl6pPr>
              <a:defRPr sz="1350" b="0">
                <a:solidFill>
                  <a:srgbClr val="52616B"/>
                </a:solidFill>
                <a:latin typeface="Nimbus Sans"/>
                <a:ea typeface="Nimbus Sans"/>
                <a:cs typeface="Nimbus Sans"/>
              </a:defRPr>
            </a:lvl6pPr>
            <a:lvl7pPr>
              <a:defRPr sz="1350" b="0">
                <a:solidFill>
                  <a:srgbClr val="52616B"/>
                </a:solidFill>
                <a:latin typeface="Nimbus Sans"/>
                <a:ea typeface="Nimbus Sans"/>
                <a:cs typeface="Nimbus Sans"/>
              </a:defRPr>
            </a:lvl7pPr>
            <a:lvl8pPr>
              <a:defRPr sz="1350" b="0">
                <a:solidFill>
                  <a:srgbClr val="52616B"/>
                </a:solidFill>
                <a:latin typeface="Nimbus Sans"/>
                <a:ea typeface="Nimbus Sans"/>
                <a:cs typeface="Nimbus Sans"/>
              </a:defRPr>
            </a:lvl8pPr>
            <a:lvl9pPr>
              <a:defRPr sz="1350" b="0">
                <a:solidFill>
                  <a:srgbClr val="52616B"/>
                </a:solidFill>
                <a:latin typeface="Nimbus Sans"/>
                <a:ea typeface="Nimbus Sans"/>
                <a:cs typeface="Nimbus Sans"/>
              </a:defRPr>
            </a:lvl9pPr>
          </a:lstStyle>
          <a:p xmlns:a="http://schemas.openxmlformats.org/drawingml/2006/main">
            <a:pPr>
              <a:defRPr sz="1350" b="0">
                <a:solidFill>
                  <a:srgbClr val="52616B"/>
                </a:solidFill>
                <a:latin typeface="Nimbus Sans"/>
                <a:ea typeface="Nimbus Sans"/>
                <a:cs typeface="Nimbus Sans"/>
              </a:defRPr>
            </a:pPr>
            <a:r>
              <a:rPr sz="1350" b="0">
                <a:solidFill>
                  <a:srgbClr val="52616B"/>
                </a:solidFill>
                <a:latin typeface="Nimbus Sans"/>
                <a:ea typeface="Nimbus Sans"/>
                <a:cs typeface="Nimbus Sans"/>
              </a:rPr>
              <a:t>01</a:t>
            </a:r>
          </a:p>
        </p:txBody>
      </p:sp>
      <p:sp>
        <p:nvSpPr>
          <p:cNvPr id="3" name="text-2">
            <a:extLst xmlns:a="http://schemas.openxmlformats.org/drawingml/2006/main">
              <a:ext uri="{FF2B5EF4-FFF2-40B4-BE49-F238E27FC236}">
                <a16:creationId xmlns:a16="http://schemas.microsoft.com/office/drawing/2014/main" id="{7F9F7DBB-40FA-4CCA-A00E-9035608CC6E6}"/>
              </a:ext>
            </a:extLst>
          </p:cNvPr>
          <p:cNvSpPr>
            <a:spLocks xmlns:a="http://schemas.openxmlformats.org/drawingml/2006/main" noGrp="1"/>
          </p:cNvSpPr>
          <p:nvPr/>
        </p:nvSpPr>
        <p:spPr>
          <a:xfrm xmlns:a="http://schemas.openxmlformats.org/drawingml/2006/main">
            <a:off x="666750" y="2714625"/>
            <a:ext cx="10477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2550" b="0">
                <a:solidFill>
                  <a:srgbClr val="176B78"/>
                </a:solidFill>
                <a:latin typeface="Nimbus Sans"/>
                <a:ea typeface="Nimbus Sans"/>
                <a:cs typeface="Nimbus Sans"/>
              </a:defRPr>
            </a:defPPr>
            <a:lvl1pPr>
              <a:defRPr sz="2550" b="0">
                <a:solidFill>
                  <a:srgbClr val="176B78"/>
                </a:solidFill>
                <a:latin typeface="Nimbus Sans"/>
                <a:ea typeface="Nimbus Sans"/>
                <a:cs typeface="Nimbus Sans"/>
              </a:defRPr>
            </a:lvl1pPr>
            <a:lvl2pPr>
              <a:defRPr sz="2550" b="0">
                <a:solidFill>
                  <a:srgbClr val="176B78"/>
                </a:solidFill>
                <a:latin typeface="Nimbus Sans"/>
                <a:ea typeface="Nimbus Sans"/>
                <a:cs typeface="Nimbus Sans"/>
              </a:defRPr>
            </a:lvl2pPr>
            <a:lvl3pPr>
              <a:defRPr sz="2550" b="0">
                <a:solidFill>
                  <a:srgbClr val="176B78"/>
                </a:solidFill>
                <a:latin typeface="Nimbus Sans"/>
                <a:ea typeface="Nimbus Sans"/>
                <a:cs typeface="Nimbus Sans"/>
              </a:defRPr>
            </a:lvl3pPr>
            <a:lvl4pPr>
              <a:defRPr sz="2550" b="0">
                <a:solidFill>
                  <a:srgbClr val="176B78"/>
                </a:solidFill>
                <a:latin typeface="Nimbus Sans"/>
                <a:ea typeface="Nimbus Sans"/>
                <a:cs typeface="Nimbus Sans"/>
              </a:defRPr>
            </a:lvl4pPr>
            <a:lvl5pPr>
              <a:defRPr sz="2550" b="0">
                <a:solidFill>
                  <a:srgbClr val="176B78"/>
                </a:solidFill>
                <a:latin typeface="Nimbus Sans"/>
                <a:ea typeface="Nimbus Sans"/>
                <a:cs typeface="Nimbus Sans"/>
              </a:defRPr>
            </a:lvl5pPr>
            <a:lvl6pPr>
              <a:defRPr sz="2550" b="0">
                <a:solidFill>
                  <a:srgbClr val="176B78"/>
                </a:solidFill>
                <a:latin typeface="Nimbus Sans"/>
                <a:ea typeface="Nimbus Sans"/>
                <a:cs typeface="Nimbus Sans"/>
              </a:defRPr>
            </a:lvl6pPr>
            <a:lvl7pPr>
              <a:defRPr sz="2550" b="0">
                <a:solidFill>
                  <a:srgbClr val="176B78"/>
                </a:solidFill>
                <a:latin typeface="Nimbus Sans"/>
                <a:ea typeface="Nimbus Sans"/>
                <a:cs typeface="Nimbus Sans"/>
              </a:defRPr>
            </a:lvl7pPr>
            <a:lvl8pPr>
              <a:defRPr sz="2550" b="0">
                <a:solidFill>
                  <a:srgbClr val="176B78"/>
                </a:solidFill>
                <a:latin typeface="Nimbus Sans"/>
                <a:ea typeface="Nimbus Sans"/>
                <a:cs typeface="Nimbus Sans"/>
              </a:defRPr>
            </a:lvl8pPr>
            <a:lvl9pPr>
              <a:defRPr sz="2550" b="0">
                <a:solidFill>
                  <a:srgbClr val="176B78"/>
                </a:solidFill>
                <a:latin typeface="Nimbus Sans"/>
                <a:ea typeface="Nimbus Sans"/>
                <a:cs typeface="Nimbus Sans"/>
              </a:defRPr>
            </a:lvl9pPr>
          </a:lstStyle>
          <a:p xmlns:a="http://schemas.openxmlformats.org/drawingml/2006/main">
            <a:pPr>
              <a:defRPr sz="2550" b="0">
                <a:solidFill>
                  <a:srgbClr val="176B78"/>
                </a:solidFill>
                <a:latin typeface="Nimbus Sans"/>
                <a:ea typeface="Nimbus Sans"/>
                <a:cs typeface="Nimbus Sans"/>
              </a:defRPr>
            </a:pPr>
            <a:r>
              <a:rPr sz="2550" b="0">
                <a:solidFill>
                  <a:srgbClr val="176B78"/>
                </a:solidFill>
                <a:latin typeface="Nimbus Sans"/>
                <a:ea typeface="Nimbus Sans"/>
                <a:cs typeface="Nimbus Sans"/>
              </a:rPr>
              <a:t>Nachrichtenbasierte Verarbeitung mit RabbitMQ</a:t>
            </a:r>
          </a:p>
        </p:txBody>
      </p:sp>
      <p:sp>
        <p:nvSpPr>
          <p:cNvPr id="4" name="text-3">
            <a:extLst xmlns:a="http://schemas.openxmlformats.org/drawingml/2006/main">
              <a:ext uri="{FF2B5EF4-FFF2-40B4-BE49-F238E27FC236}">
                <a16:creationId xmlns:a16="http://schemas.microsoft.com/office/drawing/2014/main" id="{66B087DD-55C7-4A91-8E67-99C9C00FCBF1}"/>
              </a:ext>
            </a:extLst>
          </p:cNvPr>
          <p:cNvSpPr>
            <a:spLocks xmlns:a="http://schemas.openxmlformats.org/drawingml/2006/main" noGrp="1"/>
          </p:cNvSpPr>
          <p:nvPr/>
        </p:nvSpPr>
        <p:spPr>
          <a:xfrm xmlns:a="http://schemas.openxmlformats.org/drawingml/2006/main">
            <a:off x="666750" y="476250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2025" b="0">
                <a:solidFill>
                  <a:srgbClr val="17252F"/>
                </a:solidFill>
                <a:latin typeface="Nimbus Sans"/>
                <a:ea typeface="Nimbus Sans"/>
                <a:cs typeface="Nimbus Sans"/>
              </a:defRPr>
            </a:defPPr>
            <a:lvl1pPr>
              <a:defRPr sz="2025" b="0">
                <a:solidFill>
                  <a:srgbClr val="17252F"/>
                </a:solidFill>
                <a:latin typeface="Nimbus Sans"/>
                <a:ea typeface="Nimbus Sans"/>
                <a:cs typeface="Nimbus Sans"/>
              </a:defRPr>
            </a:lvl1pPr>
            <a:lvl2pPr>
              <a:defRPr sz="2025" b="0">
                <a:solidFill>
                  <a:srgbClr val="17252F"/>
                </a:solidFill>
                <a:latin typeface="Nimbus Sans"/>
                <a:ea typeface="Nimbus Sans"/>
                <a:cs typeface="Nimbus Sans"/>
              </a:defRPr>
            </a:lvl2pPr>
            <a:lvl3pPr>
              <a:defRPr sz="2025" b="0">
                <a:solidFill>
                  <a:srgbClr val="17252F"/>
                </a:solidFill>
                <a:latin typeface="Nimbus Sans"/>
                <a:ea typeface="Nimbus Sans"/>
                <a:cs typeface="Nimbus Sans"/>
              </a:defRPr>
            </a:lvl3pPr>
            <a:lvl4pPr>
              <a:defRPr sz="2025" b="0">
                <a:solidFill>
                  <a:srgbClr val="17252F"/>
                </a:solidFill>
                <a:latin typeface="Nimbus Sans"/>
                <a:ea typeface="Nimbus Sans"/>
                <a:cs typeface="Nimbus Sans"/>
              </a:defRPr>
            </a:lvl4pPr>
            <a:lvl5pPr>
              <a:defRPr sz="2025" b="0">
                <a:solidFill>
                  <a:srgbClr val="17252F"/>
                </a:solidFill>
                <a:latin typeface="Nimbus Sans"/>
                <a:ea typeface="Nimbus Sans"/>
                <a:cs typeface="Nimbus Sans"/>
              </a:defRPr>
            </a:lvl5pPr>
            <a:lvl6pPr>
              <a:defRPr sz="2025" b="0">
                <a:solidFill>
                  <a:srgbClr val="17252F"/>
                </a:solidFill>
                <a:latin typeface="Nimbus Sans"/>
                <a:ea typeface="Nimbus Sans"/>
                <a:cs typeface="Nimbus Sans"/>
              </a:defRPr>
            </a:lvl6pPr>
            <a:lvl7pPr>
              <a:defRPr sz="2025" b="0">
                <a:solidFill>
                  <a:srgbClr val="17252F"/>
                </a:solidFill>
                <a:latin typeface="Nimbus Sans"/>
                <a:ea typeface="Nimbus Sans"/>
                <a:cs typeface="Nimbus Sans"/>
              </a:defRPr>
            </a:lvl7pPr>
            <a:lvl8pPr>
              <a:defRPr sz="2025" b="0">
                <a:solidFill>
                  <a:srgbClr val="17252F"/>
                </a:solidFill>
                <a:latin typeface="Nimbus Sans"/>
                <a:ea typeface="Nimbus Sans"/>
                <a:cs typeface="Nimbus Sans"/>
              </a:defRPr>
            </a:lvl8pPr>
            <a:lvl9pPr>
              <a:defRPr sz="2025" b="0">
                <a:solidFill>
                  <a:srgbClr val="17252F"/>
                </a:solidFill>
                <a:latin typeface="Nimbus Sans"/>
                <a:ea typeface="Nimbus Sans"/>
                <a:cs typeface="Nimbus Sans"/>
              </a:defRPr>
            </a:lvl9pPr>
          </a:lstStyle>
          <a:p xmlns:a="http://schemas.openxmlformats.org/drawingml/2006/main">
            <a:pPr>
              <a:defRPr sz="2025" b="0">
                <a:solidFill>
                  <a:srgbClr val="17252F"/>
                </a:solidFill>
                <a:latin typeface="Nimbus Sans"/>
                <a:ea typeface="Nimbus Sans"/>
                <a:cs typeface="Nimbus Sans"/>
              </a:defRPr>
            </a:pPr>
            <a:r>
              <a:rPr sz="2025" b="0">
                <a:solidFill>
                  <a:srgbClr val="17252F"/>
                </a:solidFill>
                <a:latin typeface="Nimbus Sans"/>
                <a:ea typeface="Nimbus Sans"/>
                <a:cs typeface="Nimbus Sans"/>
              </a:rPr>
              <a:t>API-Design und Systemintegration</a:t>
            </a:r>
          </a:p>
        </p:txBody>
      </p:sp>
      <p:sp>
        <p:nvSpPr>
          <p:cNvPr id="5" name="text-4">
            <a:extLst xmlns:a="http://schemas.openxmlformats.org/drawingml/2006/main">
              <a:ext uri="{FF2B5EF4-FFF2-40B4-BE49-F238E27FC236}">
                <a16:creationId xmlns:a16="http://schemas.microsoft.com/office/drawing/2014/main" id="{C64B9B61-8461-40DE-81A1-B900727D283E}"/>
              </a:ext>
            </a:extLst>
          </p:cNvPr>
          <p:cNvSpPr>
            <a:spLocks xmlns:a="http://schemas.openxmlformats.org/drawingml/2006/main" noGrp="1"/>
          </p:cNvSpPr>
          <p:nvPr/>
        </p:nvSpPr>
        <p:spPr>
          <a:xfrm xmlns:a="http://schemas.openxmlformats.org/drawingml/2006/main">
            <a:off x="666750" y="52387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1725" b="0">
                <a:solidFill>
                  <a:srgbClr val="52616B"/>
                </a:solidFill>
                <a:latin typeface="Nimbus Sans"/>
                <a:ea typeface="Nimbus Sans"/>
                <a:cs typeface="Nimbus Sans"/>
              </a:defRPr>
            </a:defPPr>
            <a:lvl1pPr>
              <a:defRPr sz="1725" b="0">
                <a:solidFill>
                  <a:srgbClr val="52616B"/>
                </a:solidFill>
                <a:latin typeface="Nimbus Sans"/>
                <a:ea typeface="Nimbus Sans"/>
                <a:cs typeface="Nimbus Sans"/>
              </a:defRPr>
            </a:lvl1pPr>
            <a:lvl2pPr>
              <a:defRPr sz="1725" b="0">
                <a:solidFill>
                  <a:srgbClr val="52616B"/>
                </a:solidFill>
                <a:latin typeface="Nimbus Sans"/>
                <a:ea typeface="Nimbus Sans"/>
                <a:cs typeface="Nimbus Sans"/>
              </a:defRPr>
            </a:lvl2pPr>
            <a:lvl3pPr>
              <a:defRPr sz="1725" b="0">
                <a:solidFill>
                  <a:srgbClr val="52616B"/>
                </a:solidFill>
                <a:latin typeface="Nimbus Sans"/>
                <a:ea typeface="Nimbus Sans"/>
                <a:cs typeface="Nimbus Sans"/>
              </a:defRPr>
            </a:lvl3pPr>
            <a:lvl4pPr>
              <a:defRPr sz="1725" b="0">
                <a:solidFill>
                  <a:srgbClr val="52616B"/>
                </a:solidFill>
                <a:latin typeface="Nimbus Sans"/>
                <a:ea typeface="Nimbus Sans"/>
                <a:cs typeface="Nimbus Sans"/>
              </a:defRPr>
            </a:lvl4pPr>
            <a:lvl5pPr>
              <a:defRPr sz="1725" b="0">
                <a:solidFill>
                  <a:srgbClr val="52616B"/>
                </a:solidFill>
                <a:latin typeface="Nimbus Sans"/>
                <a:ea typeface="Nimbus Sans"/>
                <a:cs typeface="Nimbus Sans"/>
              </a:defRPr>
            </a:lvl5pPr>
            <a:lvl6pPr>
              <a:defRPr sz="1725" b="0">
                <a:solidFill>
                  <a:srgbClr val="52616B"/>
                </a:solidFill>
                <a:latin typeface="Nimbus Sans"/>
                <a:ea typeface="Nimbus Sans"/>
                <a:cs typeface="Nimbus Sans"/>
              </a:defRPr>
            </a:lvl6pPr>
            <a:lvl7pPr>
              <a:defRPr sz="1725" b="0">
                <a:solidFill>
                  <a:srgbClr val="52616B"/>
                </a:solidFill>
                <a:latin typeface="Nimbus Sans"/>
                <a:ea typeface="Nimbus Sans"/>
                <a:cs typeface="Nimbus Sans"/>
              </a:defRPr>
            </a:lvl7pPr>
            <a:lvl8pPr>
              <a:defRPr sz="1725" b="0">
                <a:solidFill>
                  <a:srgbClr val="52616B"/>
                </a:solidFill>
                <a:latin typeface="Nimbus Sans"/>
                <a:ea typeface="Nimbus Sans"/>
                <a:cs typeface="Nimbus Sans"/>
              </a:defRPr>
            </a:lvl8pPr>
            <a:lvl9pPr>
              <a:defRPr sz="1725" b="0">
                <a:solidFill>
                  <a:srgbClr val="52616B"/>
                </a:solidFill>
                <a:latin typeface="Nimbus Sans"/>
                <a:ea typeface="Nimbus Sans"/>
                <a:cs typeface="Nimbus Sans"/>
              </a:defRPr>
            </a:lvl9pPr>
          </a:lstStyle>
          <a:p xmlns:a="http://schemas.openxmlformats.org/drawingml/2006/main">
            <a:pPr>
              <a:defRPr sz="1725" b="0">
                <a:solidFill>
                  <a:srgbClr val="52616B"/>
                </a:solidFill>
                <a:latin typeface="Nimbus Sans"/>
                <a:ea typeface="Nimbus Sans"/>
                <a:cs typeface="Nimbus Sans"/>
              </a:defRPr>
            </a:pPr>
            <a:r>
              <a:rPr sz="1725" b="0">
                <a:solidFill>
                  <a:srgbClr val="52616B"/>
                </a:solidFill>
                <a:latin typeface="Nimbus Sans"/>
                <a:ea typeface="Nimbus Sans"/>
                <a:cs typeface="Nimbus Sans"/>
              </a:rPr>
              <a:t>Python · Pika · RabbitMQ</a:t>
            </a:r>
          </a:p>
        </p:txBody>
      </p:sp>
    </p:spTree>
    <p:extLst>
      <p:ext uri="{BB962C8B-B14F-4D97-AF65-F5344CB8AC3E}">
        <p14:creationId xmlns:p14="http://schemas.microsoft.com/office/powerpoint/2010/main" val="185111420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01C79467-EFBD-4B93-85C6-675470310157}"/>
              </a:ext>
            </a:extLst>
          </p:cNvPr>
          <p:cNvSpPr>
            <a:spLocks xmlns:a="http://schemas.openxmlformats.org/drawingml/2006/main" noGrp="1"/>
          </p:cNvSpPr>
          <p:nvPr/>
        </p:nvSpPr>
        <p:spPr>
          <a:xfrm xmlns:a="http://schemas.openxmlformats.org/drawingml/2006/main">
            <a:off x="666750" y="523875"/>
            <a:ext cx="10858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3225" b="1">
                <a:solidFill>
                  <a:srgbClr val="17252F"/>
                </a:solidFill>
                <a:latin typeface="Nimbus Sans"/>
                <a:ea typeface="Nimbus Sans"/>
                <a:cs typeface="Nimbus Sans"/>
              </a:defRPr>
            </a:defPPr>
            <a:lvl1pPr>
              <a:defRPr sz="3225" b="1">
                <a:solidFill>
                  <a:srgbClr val="17252F"/>
                </a:solidFill>
                <a:latin typeface="Nimbus Sans"/>
                <a:ea typeface="Nimbus Sans"/>
                <a:cs typeface="Nimbus Sans"/>
              </a:defRPr>
            </a:lvl1pPr>
            <a:lvl2pPr>
              <a:defRPr sz="3225" b="1">
                <a:solidFill>
                  <a:srgbClr val="17252F"/>
                </a:solidFill>
                <a:latin typeface="Nimbus Sans"/>
                <a:ea typeface="Nimbus Sans"/>
                <a:cs typeface="Nimbus Sans"/>
              </a:defRPr>
            </a:lvl2pPr>
            <a:lvl3pPr>
              <a:defRPr sz="3225" b="1">
                <a:solidFill>
                  <a:srgbClr val="17252F"/>
                </a:solidFill>
                <a:latin typeface="Nimbus Sans"/>
                <a:ea typeface="Nimbus Sans"/>
                <a:cs typeface="Nimbus Sans"/>
              </a:defRPr>
            </a:lvl3pPr>
            <a:lvl4pPr>
              <a:defRPr sz="3225" b="1">
                <a:solidFill>
                  <a:srgbClr val="17252F"/>
                </a:solidFill>
                <a:latin typeface="Nimbus Sans"/>
                <a:ea typeface="Nimbus Sans"/>
                <a:cs typeface="Nimbus Sans"/>
              </a:defRPr>
            </a:lvl4pPr>
            <a:lvl5pPr>
              <a:defRPr sz="3225" b="1">
                <a:solidFill>
                  <a:srgbClr val="17252F"/>
                </a:solidFill>
                <a:latin typeface="Nimbus Sans"/>
                <a:ea typeface="Nimbus Sans"/>
                <a:cs typeface="Nimbus Sans"/>
              </a:defRPr>
            </a:lvl5pPr>
            <a:lvl6pPr>
              <a:defRPr sz="3225" b="1">
                <a:solidFill>
                  <a:srgbClr val="17252F"/>
                </a:solidFill>
                <a:latin typeface="Nimbus Sans"/>
                <a:ea typeface="Nimbus Sans"/>
                <a:cs typeface="Nimbus Sans"/>
              </a:defRPr>
            </a:lvl6pPr>
            <a:lvl7pPr>
              <a:defRPr sz="3225" b="1">
                <a:solidFill>
                  <a:srgbClr val="17252F"/>
                </a:solidFill>
                <a:latin typeface="Nimbus Sans"/>
                <a:ea typeface="Nimbus Sans"/>
                <a:cs typeface="Nimbus Sans"/>
              </a:defRPr>
            </a:lvl7pPr>
            <a:lvl8pPr>
              <a:defRPr sz="3225" b="1">
                <a:solidFill>
                  <a:srgbClr val="17252F"/>
                </a:solidFill>
                <a:latin typeface="Nimbus Sans"/>
                <a:ea typeface="Nimbus Sans"/>
                <a:cs typeface="Nimbus Sans"/>
              </a:defRPr>
            </a:lvl8pPr>
            <a:lvl9pPr>
              <a:defRPr sz="3225" b="1">
                <a:solidFill>
                  <a:srgbClr val="17252F"/>
                </a:solidFill>
                <a:latin typeface="Nimbus Sans"/>
                <a:ea typeface="Nimbus Sans"/>
                <a:cs typeface="Nimbus Sans"/>
              </a:defRPr>
            </a:lvl9pPr>
          </a:lstStyle>
          <a:p xmlns:a="http://schemas.openxmlformats.org/drawingml/2006/main">
            <a:pPr>
              <a:defRPr sz="3225" b="1">
                <a:solidFill>
                  <a:srgbClr val="17252F"/>
                </a:solidFill>
                <a:latin typeface="Nimbus Sans"/>
                <a:ea typeface="Nimbus Sans"/>
                <a:cs typeface="Nimbus Sans"/>
              </a:defRPr>
            </a:pPr>
            <a:r>
              <a:rPr sz="3225" b="1">
                <a:solidFill>
                  <a:srgbClr val="17252F"/>
                </a:solidFill>
                <a:latin typeface="Nimbus Sans"/>
                <a:ea typeface="Nimbus Sans"/>
                <a:cs typeface="Nimbus Sans"/>
              </a:rPr>
              <a:t>Architektur und Nachrichtenfluss</a:t>
            </a:r>
          </a:p>
        </p:txBody>
      </p:sp>
      <p:sp>
        <p:nvSpPr>
          <p:cNvPr id="2" name="text-1">
            <a:extLst xmlns:a="http://schemas.openxmlformats.org/drawingml/2006/main">
              <a:ext uri="{FF2B5EF4-FFF2-40B4-BE49-F238E27FC236}">
                <a16:creationId xmlns:a16="http://schemas.microsoft.com/office/drawing/2014/main" id="{7B71981E-D050-4909-8D99-69BDC535B701}"/>
              </a:ext>
            </a:extLst>
          </p:cNvPr>
          <p:cNvSpPr>
            <a:spLocks xmlns:a="http://schemas.openxmlformats.org/drawingml/2006/main" noGrp="1"/>
          </p:cNvSpPr>
          <p:nvPr/>
        </p:nvSpPr>
        <p:spPr>
          <a:xfrm xmlns:a="http://schemas.openxmlformats.org/drawingml/2006/main">
            <a:off x="9620250" y="63246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1350" b="0">
                <a:solidFill>
                  <a:srgbClr val="52616B"/>
                </a:solidFill>
                <a:latin typeface="Nimbus Sans"/>
                <a:ea typeface="Nimbus Sans"/>
                <a:cs typeface="Nimbus Sans"/>
              </a:defRPr>
            </a:defPPr>
            <a:lvl1pPr>
              <a:defRPr sz="1350" b="0">
                <a:solidFill>
                  <a:srgbClr val="52616B"/>
                </a:solidFill>
                <a:latin typeface="Nimbus Sans"/>
                <a:ea typeface="Nimbus Sans"/>
                <a:cs typeface="Nimbus Sans"/>
              </a:defRPr>
            </a:lvl1pPr>
            <a:lvl2pPr>
              <a:defRPr sz="1350" b="0">
                <a:solidFill>
                  <a:srgbClr val="52616B"/>
                </a:solidFill>
                <a:latin typeface="Nimbus Sans"/>
                <a:ea typeface="Nimbus Sans"/>
                <a:cs typeface="Nimbus Sans"/>
              </a:defRPr>
            </a:lvl2pPr>
            <a:lvl3pPr>
              <a:defRPr sz="1350" b="0">
                <a:solidFill>
                  <a:srgbClr val="52616B"/>
                </a:solidFill>
                <a:latin typeface="Nimbus Sans"/>
                <a:ea typeface="Nimbus Sans"/>
                <a:cs typeface="Nimbus Sans"/>
              </a:defRPr>
            </a:lvl3pPr>
            <a:lvl4pPr>
              <a:defRPr sz="1350" b="0">
                <a:solidFill>
                  <a:srgbClr val="52616B"/>
                </a:solidFill>
                <a:latin typeface="Nimbus Sans"/>
                <a:ea typeface="Nimbus Sans"/>
                <a:cs typeface="Nimbus Sans"/>
              </a:defRPr>
            </a:lvl4pPr>
            <a:lvl5pPr>
              <a:defRPr sz="1350" b="0">
                <a:solidFill>
                  <a:srgbClr val="52616B"/>
                </a:solidFill>
                <a:latin typeface="Nimbus Sans"/>
                <a:ea typeface="Nimbus Sans"/>
                <a:cs typeface="Nimbus Sans"/>
              </a:defRPr>
            </a:lvl5pPr>
            <a:lvl6pPr>
              <a:defRPr sz="1350" b="0">
                <a:solidFill>
                  <a:srgbClr val="52616B"/>
                </a:solidFill>
                <a:latin typeface="Nimbus Sans"/>
                <a:ea typeface="Nimbus Sans"/>
                <a:cs typeface="Nimbus Sans"/>
              </a:defRPr>
            </a:lvl6pPr>
            <a:lvl7pPr>
              <a:defRPr sz="1350" b="0">
                <a:solidFill>
                  <a:srgbClr val="52616B"/>
                </a:solidFill>
                <a:latin typeface="Nimbus Sans"/>
                <a:ea typeface="Nimbus Sans"/>
                <a:cs typeface="Nimbus Sans"/>
              </a:defRPr>
            </a:lvl7pPr>
            <a:lvl8pPr>
              <a:defRPr sz="1350" b="0">
                <a:solidFill>
                  <a:srgbClr val="52616B"/>
                </a:solidFill>
                <a:latin typeface="Nimbus Sans"/>
                <a:ea typeface="Nimbus Sans"/>
                <a:cs typeface="Nimbus Sans"/>
              </a:defRPr>
            </a:lvl8pPr>
            <a:lvl9pPr>
              <a:defRPr sz="1350" b="0">
                <a:solidFill>
                  <a:srgbClr val="52616B"/>
                </a:solidFill>
                <a:latin typeface="Nimbus Sans"/>
                <a:ea typeface="Nimbus Sans"/>
                <a:cs typeface="Nimbus Sans"/>
              </a:defRPr>
            </a:lvl9pPr>
          </a:lstStyle>
          <a:p xmlns:a="http://schemas.openxmlformats.org/drawingml/2006/main">
            <a:pPr>
              <a:defRPr sz="1350" b="0">
                <a:solidFill>
                  <a:srgbClr val="52616B"/>
                </a:solidFill>
                <a:latin typeface="Nimbus Sans"/>
                <a:ea typeface="Nimbus Sans"/>
                <a:cs typeface="Nimbus Sans"/>
              </a:defRPr>
            </a:pPr>
            <a:r>
              <a:rPr sz="1350" b="0">
                <a:solidFill>
                  <a:srgbClr val="52616B"/>
                </a:solidFill>
                <a:latin typeface="Nimbus Sans"/>
                <a:ea typeface="Nimbus Sans"/>
                <a:cs typeface="Nimbus Sans"/>
              </a:rPr>
              <a:t>02</a:t>
            </a:r>
          </a:p>
        </p:txBody>
      </p:sp>
      <p:graphicFrame>
        <p:nvGraphicFramePr>
          <p:cNvPr id="3" name="">
            <a:extLst xmlns:a="http://schemas.openxmlformats.org/drawingml/2006/main">
              <a:ext uri="{FF2B5EF4-FFF2-40B4-BE49-F238E27FC236}">
                <a16:creationId xmlns:a16="http://schemas.microsoft.com/office/drawing/2014/main" id="{5AE46258-2D4A-44B3-9F10-2312AFE9782F}"/>
              </a:ext>
            </a:extLst>
          </p:cNvPr>
          <p:cNvGraphicFramePr/>
          <p:nvPr/>
        </p:nvGraphicFramePr>
        <p:xfrm>
          <a:off xmlns:a="http://schemas.openxmlformats.org/drawingml/2006/main" x="666750" y="1695450"/>
          <a:ext xmlns:a="http://schemas.openxmlformats.org/drawingml/2006/main" cx="10858500" cy="3619500"/>
        </p:xfrm>
        <a:graphic xmlns:a="http://schemas.openxmlformats.org/drawingml/2006/main">
          <a:graphicData uri="http://schemas.openxmlformats.org/drawingml/2006/table">
            <a:tbl>
              <a:tblPr/>
              <a:tblGrid>
                <a:gridCol w="3905250"/>
                <a:gridCol w="3143250"/>
                <a:gridCol w="3810000"/>
              </a:tblGrid>
              <a:tr h="723900">
                <a:tc>
                  <a:txBody>
                    <a:bodyPr lIns="133350" tIns="133350" rIns="133350" bIns="133350"/>
                    <a:lstStyle/>
                    <a:p>
                      <a:r>
                        <a:rPr sz="1800" b="1">
                          <a:solidFill>
                            <a:srgbClr val="FFFFFF"/>
                          </a:solidFill>
                          <a:latin typeface="Nimbus Sans"/>
                          <a:ea typeface="Nimbus Sans"/>
                          <a:cs typeface="Nimbus Sans"/>
                        </a:rPr>
                        <a:t>Nachrichtenfluss</a:t>
                      </a:r>
                    </a:p>
                  </a:txBody>
                  <a:tcPr marL="91440" marR="91440" marT="45720" marB="45720" anchor="ctr">
                    <a:lnL w="9525">
                      <a:solidFill>
                        <a:srgbClr val="D8E2E5"/>
                      </a:solidFill>
                      <a:prstDash val="solid"/>
                    </a:lnL>
                    <a:lnR w="9525">
                      <a:solidFill>
                        <a:srgbClr val="D8E2E5"/>
                      </a:solidFill>
                      <a:prstDash val="solid"/>
                    </a:lnR>
                    <a:lnT w="9525">
                      <a:solidFill>
                        <a:srgbClr val="D8E2E5"/>
                      </a:solidFill>
                      <a:prstDash val="solid"/>
                    </a:lnT>
                    <a:lnB w="9525">
                      <a:solidFill>
                        <a:srgbClr val="D8E2E5"/>
                      </a:solidFill>
                      <a:prstDash val="solid"/>
                    </a:lnB>
                    <a:solidFill>
                      <a:srgbClr val="176B78"/>
                    </a:solidFill>
                  </a:tcPr>
                </a:tc>
                <a:tc>
                  <a:txBody>
                    <a:bodyPr lIns="133350" tIns="133350" rIns="133350" bIns="133350"/>
                    <a:lstStyle/>
                    <a:p>
                      <a:r>
                        <a:rPr sz="1800" b="1">
                          <a:solidFill>
                            <a:srgbClr val="FFFFFF"/>
                          </a:solidFill>
                          <a:latin typeface="Nimbus Sans"/>
                          <a:ea typeface="Nimbus Sans"/>
                          <a:cs typeface="Nimbus Sans"/>
                        </a:rPr>
                        <a:t>Exchange</a:t>
                      </a:r>
                    </a:p>
                  </a:txBody>
                  <a:tcPr marL="91440" marR="91440" marT="45720" marB="45720" anchor="ctr">
                    <a:lnR w="9525">
                      <a:solidFill>
                        <a:srgbClr val="D8E2E5"/>
                      </a:solidFill>
                      <a:prstDash val="solid"/>
                    </a:lnR>
                    <a:lnT w="9525">
                      <a:solidFill>
                        <a:srgbClr val="D8E2E5"/>
                      </a:solidFill>
                      <a:prstDash val="solid"/>
                    </a:lnT>
                    <a:lnB w="9525">
                      <a:solidFill>
                        <a:srgbClr val="D8E2E5"/>
                      </a:solidFill>
                      <a:prstDash val="solid"/>
                    </a:lnB>
                    <a:solidFill>
                      <a:srgbClr val="176B78"/>
                    </a:solidFill>
                  </a:tcPr>
                </a:tc>
                <a:tc>
                  <a:txBody>
                    <a:bodyPr lIns="133350" tIns="133350" rIns="133350" bIns="133350"/>
                    <a:lstStyle/>
                    <a:p>
                      <a:r>
                        <a:rPr sz="1800" b="1">
                          <a:solidFill>
                            <a:srgbClr val="FFFFFF"/>
                          </a:solidFill>
                          <a:latin typeface="Nimbus Sans"/>
                          <a:ea typeface="Nimbus Sans"/>
                          <a:cs typeface="Nimbus Sans"/>
                        </a:rPr>
                        <a:t>Ziel-Queue</a:t>
                      </a:r>
                    </a:p>
                  </a:txBody>
                  <a:tcPr marL="91440" marR="91440" marT="45720" marB="45720" anchor="ctr">
                    <a:lnR w="9525">
                      <a:solidFill>
                        <a:srgbClr val="D8E2E5"/>
                      </a:solidFill>
                      <a:prstDash val="solid"/>
                    </a:lnR>
                    <a:lnT w="9525">
                      <a:solidFill>
                        <a:srgbClr val="D8E2E5"/>
                      </a:solidFill>
                      <a:prstDash val="solid"/>
                    </a:lnT>
                    <a:lnB w="9525">
                      <a:solidFill>
                        <a:srgbClr val="D8E2E5"/>
                      </a:solidFill>
                      <a:prstDash val="solid"/>
                    </a:lnB>
                    <a:solidFill>
                      <a:srgbClr val="176B78"/>
                    </a:solidFill>
                  </a:tcPr>
                </a:tc>
              </a:tr>
              <a:tr h="723900">
                <a:tc>
                  <a:txBody>
                    <a:bodyPr lIns="133350" tIns="133350" rIns="133350" bIns="133350"/>
                    <a:lstStyle/>
                    <a:p>
                      <a:r>
                        <a:rPr sz="1800" b="0">
                          <a:solidFill>
                            <a:srgbClr val="17252F"/>
                          </a:solidFill>
                          <a:latin typeface="Nimbus Sans"/>
                          <a:ea typeface="Nimbus Sans"/>
                          <a:cs typeface="Nimbus Sans"/>
                        </a:rPr>
                        <a:t>Producer sendet Messwerte</a:t>
                      </a:r>
                    </a:p>
                  </a:txBody>
                  <a:tcPr marL="91440" marR="91440" marT="45720" marB="45720" anchor="ctr">
                    <a:lnL w="9525">
                      <a:solidFill>
                        <a:srgbClr val="D8E2E5"/>
                      </a:solidFill>
                      <a:prstDash val="solid"/>
                    </a:lnL>
                    <a:lnR w="9525">
                      <a:solidFill>
                        <a:srgbClr val="D8E2E5"/>
                      </a:solidFill>
                      <a:prstDash val="solid"/>
                    </a:lnR>
                    <a:lnB w="9525">
                      <a:solidFill>
                        <a:srgbClr val="D8E2E5"/>
                      </a:solidFill>
                      <a:prstDash val="solid"/>
                    </a:lnB>
                    <a:solidFill>
                      <a:srgbClr val="FFFFFF"/>
                    </a:solidFill>
                  </a:tcPr>
                </a:tc>
                <a:tc>
                  <a:txBody>
                    <a:bodyPr lIns="133350" tIns="133350" rIns="133350" bIns="133350"/>
                    <a:lstStyle/>
                    <a:p>
                      <a:r>
                        <a:rPr sz="1800" b="0">
                          <a:solidFill>
                            <a:srgbClr val="17252F"/>
                          </a:solidFill>
                          <a:latin typeface="Nimbus Sans"/>
                          <a:ea typeface="Nimbus Sans"/>
                          <a:cs typeface="Nimbus Sans"/>
                        </a:rPr>
                        <a:t>iot.events</a:t>
                      </a:r>
                    </a:p>
                  </a:txBody>
                  <a:tcPr marL="91440" marR="91440" marT="45720" marB="45720" anchor="ctr">
                    <a:lnR w="9525">
                      <a:solidFill>
                        <a:srgbClr val="D8E2E5"/>
                      </a:solidFill>
                      <a:prstDash val="solid"/>
                    </a:lnR>
                    <a:lnB w="9525">
                      <a:solidFill>
                        <a:srgbClr val="D8E2E5"/>
                      </a:solidFill>
                      <a:prstDash val="solid"/>
                    </a:lnB>
                    <a:solidFill>
                      <a:srgbClr val="FFFFFF"/>
                    </a:solidFill>
                  </a:tcPr>
                </a:tc>
                <a:tc>
                  <a:txBody>
                    <a:bodyPr lIns="133350" tIns="133350" rIns="133350" bIns="133350"/>
                    <a:lstStyle/>
                    <a:p>
                      <a:r>
                        <a:rPr sz="1800" b="0">
                          <a:solidFill>
                            <a:srgbClr val="17252F"/>
                          </a:solidFill>
                          <a:latin typeface="Nimbus Sans"/>
                          <a:ea typeface="Nimbus Sans"/>
                          <a:cs typeface="Nimbus Sans"/>
                        </a:rPr>
                        <a:t>analysis.climate</a:t>
                      </a:r>
                    </a:p>
                    <a:p>
                      <a:r>
                        <a:rPr sz="1800" b="0">
                          <a:solidFill>
                            <a:srgbClr val="17252F"/>
                          </a:solidFill>
                          <a:latin typeface="Nimbus Sans"/>
                          <a:ea typeface="Nimbus Sans"/>
                          <a:cs typeface="Nimbus Sans"/>
                        </a:rPr>
                        <a:t>analysis.pressure</a:t>
                      </a:r>
                    </a:p>
                  </a:txBody>
                  <a:tcPr marL="91440" marR="91440" marT="45720" marB="45720" anchor="ctr">
                    <a:lnR w="9525">
                      <a:solidFill>
                        <a:srgbClr val="D8E2E5"/>
                      </a:solidFill>
                      <a:prstDash val="solid"/>
                    </a:lnR>
                    <a:lnB w="9525">
                      <a:solidFill>
                        <a:srgbClr val="D8E2E5"/>
                      </a:solidFill>
                      <a:prstDash val="solid"/>
                    </a:lnB>
                    <a:solidFill>
                      <a:srgbClr val="FFFFFF"/>
                    </a:solidFill>
                  </a:tcPr>
                </a:tc>
              </a:tr>
              <a:tr h="723900">
                <a:tc>
                  <a:txBody>
                    <a:bodyPr lIns="133350" tIns="133350" rIns="133350" bIns="133350"/>
                    <a:lstStyle/>
                    <a:p>
                      <a:r>
                        <a:rPr sz="1800" b="0">
                          <a:solidFill>
                            <a:srgbClr val="17252F"/>
                          </a:solidFill>
                          <a:latin typeface="Nimbus Sans"/>
                          <a:ea typeface="Nimbus Sans"/>
                          <a:cs typeface="Nimbus Sans"/>
                        </a:rPr>
                        <a:t>Analyse sendet Alarme</a:t>
                      </a:r>
                    </a:p>
                  </a:txBody>
                  <a:tcPr marL="91440" marR="91440" marT="45720" marB="45720" anchor="ctr">
                    <a:lnL w="9525">
                      <a:solidFill>
                        <a:srgbClr val="D8E2E5"/>
                      </a:solidFill>
                      <a:prstDash val="solid"/>
                    </a:lnL>
                    <a:lnR w="9525">
                      <a:solidFill>
                        <a:srgbClr val="D8E2E5"/>
                      </a:solidFill>
                      <a:prstDash val="solid"/>
                    </a:lnR>
                    <a:lnB w="9525">
                      <a:solidFill>
                        <a:srgbClr val="D8E2E5"/>
                      </a:solidFill>
                      <a:prstDash val="solid"/>
                    </a:lnB>
                    <a:solidFill>
                      <a:srgbClr val="FFFFFF"/>
                    </a:solidFill>
                  </a:tcPr>
                </a:tc>
                <a:tc>
                  <a:txBody>
                    <a:bodyPr lIns="133350" tIns="133350" rIns="133350" bIns="133350"/>
                    <a:lstStyle/>
                    <a:p>
                      <a:r>
                        <a:rPr sz="1800" b="0">
                          <a:solidFill>
                            <a:srgbClr val="17252F"/>
                          </a:solidFill>
                          <a:latin typeface="Nimbus Sans"/>
                          <a:ea typeface="Nimbus Sans"/>
                          <a:cs typeface="Nimbus Sans"/>
                        </a:rPr>
                        <a:t>alerts</a:t>
                      </a:r>
                    </a:p>
                  </a:txBody>
                  <a:tcPr marL="91440" marR="91440" marT="45720" marB="45720" anchor="ctr">
                    <a:lnR w="9525">
                      <a:solidFill>
                        <a:srgbClr val="D8E2E5"/>
                      </a:solidFill>
                      <a:prstDash val="solid"/>
                    </a:lnR>
                    <a:lnB w="9525">
                      <a:solidFill>
                        <a:srgbClr val="D8E2E5"/>
                      </a:solidFill>
                      <a:prstDash val="solid"/>
                    </a:lnB>
                    <a:solidFill>
                      <a:srgbClr val="FFFFFF"/>
                    </a:solidFill>
                  </a:tcPr>
                </a:tc>
                <a:tc>
                  <a:txBody>
                    <a:bodyPr lIns="133350" tIns="133350" rIns="133350" bIns="133350"/>
                    <a:lstStyle/>
                    <a:p>
                      <a:r>
                        <a:rPr sz="1800" b="0">
                          <a:solidFill>
                            <a:srgbClr val="17252F"/>
                          </a:solidFill>
                          <a:latin typeface="Nimbus Sans"/>
                          <a:ea typeface="Nimbus Sans"/>
                          <a:cs typeface="Nimbus Sans"/>
                        </a:rPr>
                        <a:t>alarms</a:t>
                      </a:r>
                    </a:p>
                  </a:txBody>
                  <a:tcPr marL="91440" marR="91440" marT="45720" marB="45720" anchor="ctr">
                    <a:lnR w="9525">
                      <a:solidFill>
                        <a:srgbClr val="D8E2E5"/>
                      </a:solidFill>
                      <a:prstDash val="solid"/>
                    </a:lnR>
                    <a:lnB w="9525">
                      <a:solidFill>
                        <a:srgbClr val="D8E2E5"/>
                      </a:solidFill>
                      <a:prstDash val="solid"/>
                    </a:lnB>
                    <a:solidFill>
                      <a:srgbClr val="FFFFFF"/>
                    </a:solidFill>
                  </a:tcPr>
                </a:tc>
              </a:tr>
              <a:tr h="723900">
                <a:tc>
                  <a:txBody>
                    <a:bodyPr lIns="133350" tIns="133350" rIns="133350" bIns="133350"/>
                    <a:lstStyle/>
                    <a:p>
                      <a:r>
                        <a:rPr sz="1800" b="0">
                          <a:solidFill>
                            <a:srgbClr val="17252F"/>
                          </a:solidFill>
                          <a:latin typeface="Nimbus Sans"/>
                          <a:ea typeface="Nimbus Sans"/>
                          <a:cs typeface="Nimbus Sans"/>
                        </a:rPr>
                        <a:t>Analyse sendet Telemetrie</a:t>
                      </a:r>
                    </a:p>
                  </a:txBody>
                  <a:tcPr marL="91440" marR="91440" marT="45720" marB="45720" anchor="ctr">
                    <a:lnL w="9525">
                      <a:solidFill>
                        <a:srgbClr val="D8E2E5"/>
                      </a:solidFill>
                      <a:prstDash val="solid"/>
                    </a:lnL>
                    <a:lnR w="9525">
                      <a:solidFill>
                        <a:srgbClr val="D8E2E5"/>
                      </a:solidFill>
                      <a:prstDash val="solid"/>
                    </a:lnR>
                    <a:lnB w="9525">
                      <a:solidFill>
                        <a:srgbClr val="D8E2E5"/>
                      </a:solidFill>
                      <a:prstDash val="solid"/>
                    </a:lnB>
                    <a:solidFill>
                      <a:srgbClr val="FFFFFF"/>
                    </a:solidFill>
                  </a:tcPr>
                </a:tc>
                <a:tc>
                  <a:txBody>
                    <a:bodyPr lIns="133350" tIns="133350" rIns="133350" bIns="133350"/>
                    <a:lstStyle/>
                    <a:p>
                      <a:r>
                        <a:rPr sz="1800" b="0">
                          <a:solidFill>
                            <a:srgbClr val="17252F"/>
                          </a:solidFill>
                          <a:latin typeface="Nimbus Sans"/>
                          <a:ea typeface="Nimbus Sans"/>
                          <a:cs typeface="Nimbus Sans"/>
                        </a:rPr>
                        <a:t>monitoring</a:t>
                      </a:r>
                    </a:p>
                  </a:txBody>
                  <a:tcPr marL="91440" marR="91440" marT="45720" marB="45720" anchor="ctr">
                    <a:lnR w="9525">
                      <a:solidFill>
                        <a:srgbClr val="D8E2E5"/>
                      </a:solidFill>
                      <a:prstDash val="solid"/>
                    </a:lnR>
                    <a:lnB w="9525">
                      <a:solidFill>
                        <a:srgbClr val="D8E2E5"/>
                      </a:solidFill>
                      <a:prstDash val="solid"/>
                    </a:lnB>
                    <a:solidFill>
                      <a:srgbClr val="FFFFFF"/>
                    </a:solidFill>
                  </a:tcPr>
                </a:tc>
                <a:tc>
                  <a:txBody>
                    <a:bodyPr lIns="133350" tIns="133350" rIns="133350" bIns="133350"/>
                    <a:lstStyle/>
                    <a:p>
                      <a:r>
                        <a:rPr sz="1800" b="0">
                          <a:solidFill>
                            <a:srgbClr val="17252F"/>
                          </a:solidFill>
                          <a:latin typeface="Nimbus Sans"/>
                          <a:ea typeface="Nimbus Sans"/>
                          <a:cs typeface="Nimbus Sans"/>
                        </a:rPr>
                        <a:t>monitoring.events</a:t>
                      </a:r>
                    </a:p>
                  </a:txBody>
                  <a:tcPr marL="91440" marR="91440" marT="45720" marB="45720" anchor="ctr">
                    <a:lnR w="9525">
                      <a:solidFill>
                        <a:srgbClr val="D8E2E5"/>
                      </a:solidFill>
                      <a:prstDash val="solid"/>
                    </a:lnR>
                    <a:lnB w="9525">
                      <a:solidFill>
                        <a:srgbClr val="D8E2E5"/>
                      </a:solidFill>
                      <a:prstDash val="solid"/>
                    </a:lnB>
                    <a:solidFill>
                      <a:srgbClr val="FFFFFF"/>
                    </a:solidFill>
                  </a:tcPr>
                </a:tc>
              </a:tr>
              <a:tr h="723900">
                <a:tc>
                  <a:txBody>
                    <a:bodyPr lIns="133350" tIns="133350" rIns="133350" bIns="133350"/>
                    <a:lstStyle/>
                    <a:p>
                      <a:r>
                        <a:rPr sz="1800" b="0">
                          <a:solidFill>
                            <a:srgbClr val="17252F"/>
                          </a:solidFill>
                          <a:latin typeface="Nimbus Sans"/>
                          <a:ea typeface="Nimbus Sans"/>
                          <a:cs typeface="Nimbus Sans"/>
                        </a:rPr>
                        <a:t>Ablehnung, Ablauf oder Zustelllimit</a:t>
                      </a:r>
                    </a:p>
                  </a:txBody>
                  <a:tcPr marL="91440" marR="91440" marT="45720" marB="45720" anchor="ctr">
                    <a:lnL w="9525">
                      <a:solidFill>
                        <a:srgbClr val="D8E2E5"/>
                      </a:solidFill>
                      <a:prstDash val="solid"/>
                    </a:lnL>
                    <a:lnR w="9525">
                      <a:solidFill>
                        <a:srgbClr val="D8E2E5"/>
                      </a:solidFill>
                      <a:prstDash val="solid"/>
                    </a:lnR>
                    <a:lnB w="9525">
                      <a:solidFill>
                        <a:srgbClr val="D8E2E5"/>
                      </a:solidFill>
                      <a:prstDash val="solid"/>
                    </a:lnB>
                    <a:solidFill>
                      <a:srgbClr val="FFFFFF"/>
                    </a:solidFill>
                  </a:tcPr>
                </a:tc>
                <a:tc>
                  <a:txBody>
                    <a:bodyPr lIns="133350" tIns="133350" rIns="133350" bIns="133350"/>
                    <a:lstStyle/>
                    <a:p>
                      <a:r>
                        <a:rPr sz="1800" b="0">
                          <a:solidFill>
                            <a:srgbClr val="17252F"/>
                          </a:solidFill>
                          <a:latin typeface="Nimbus Sans"/>
                          <a:ea typeface="Nimbus Sans"/>
                          <a:cs typeface="Nimbus Sans"/>
                        </a:rPr>
                        <a:t>iot.dlx</a:t>
                      </a:r>
                    </a:p>
                  </a:txBody>
                  <a:tcPr marL="91440" marR="91440" marT="45720" marB="45720" anchor="ctr">
                    <a:lnR w="9525">
                      <a:solidFill>
                        <a:srgbClr val="D8E2E5"/>
                      </a:solidFill>
                      <a:prstDash val="solid"/>
                    </a:lnR>
                    <a:lnB w="9525">
                      <a:solidFill>
                        <a:srgbClr val="D8E2E5"/>
                      </a:solidFill>
                      <a:prstDash val="solid"/>
                    </a:lnB>
                    <a:solidFill>
                      <a:srgbClr val="FFFFFF"/>
                    </a:solidFill>
                  </a:tcPr>
                </a:tc>
                <a:tc>
                  <a:txBody>
                    <a:bodyPr lIns="133350" tIns="133350" rIns="133350" bIns="133350"/>
                    <a:lstStyle/>
                    <a:p>
                      <a:r>
                        <a:rPr sz="1800" b="0">
                          <a:solidFill>
                            <a:srgbClr val="17252F"/>
                          </a:solidFill>
                          <a:latin typeface="Nimbus Sans"/>
                          <a:ea typeface="Nimbus Sans"/>
                          <a:cs typeface="Nimbus Sans"/>
                        </a:rPr>
                        <a:t>iot.dlq</a:t>
                      </a:r>
                    </a:p>
                  </a:txBody>
                  <a:tcPr marL="91440" marR="91440" marT="45720" marB="45720" anchor="ctr">
                    <a:lnR w="9525">
                      <a:solidFill>
                        <a:srgbClr val="D8E2E5"/>
                      </a:solidFill>
                      <a:prstDash val="solid"/>
                    </a:lnR>
                    <a:lnB w="9525">
                      <a:solidFill>
                        <a:srgbClr val="D8E2E5"/>
                      </a:solidFill>
                      <a:prstDash val="solid"/>
                    </a:lnB>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B00CAB59-942B-4D90-9C06-4332DB0A29B0}"/>
              </a:ext>
            </a:extLst>
          </p:cNvPr>
          <p:cNvSpPr>
            <a:spLocks xmlns:a="http://schemas.openxmlformats.org/drawingml/2006/main" noGrp="1"/>
          </p:cNvSpPr>
          <p:nvPr/>
        </p:nvSpPr>
        <p:spPr>
          <a:xfrm xmlns:a="http://schemas.openxmlformats.org/drawingml/2006/main">
            <a:off x="666750" y="5619750"/>
            <a:ext cx="10858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1950" b="0">
                <a:solidFill>
                  <a:srgbClr val="176B78"/>
                </a:solidFill>
                <a:latin typeface="Nimbus Sans"/>
                <a:ea typeface="Nimbus Sans"/>
                <a:cs typeface="Nimbus Sans"/>
              </a:defRPr>
            </a:defPPr>
            <a:lvl1pPr>
              <a:defRPr sz="1950" b="0">
                <a:solidFill>
                  <a:srgbClr val="176B78"/>
                </a:solidFill>
                <a:latin typeface="Nimbus Sans"/>
                <a:ea typeface="Nimbus Sans"/>
                <a:cs typeface="Nimbus Sans"/>
              </a:defRPr>
            </a:lvl1pPr>
            <a:lvl2pPr>
              <a:defRPr sz="1950" b="0">
                <a:solidFill>
                  <a:srgbClr val="176B78"/>
                </a:solidFill>
                <a:latin typeface="Nimbus Sans"/>
                <a:ea typeface="Nimbus Sans"/>
                <a:cs typeface="Nimbus Sans"/>
              </a:defRPr>
            </a:lvl2pPr>
            <a:lvl3pPr>
              <a:defRPr sz="1950" b="0">
                <a:solidFill>
                  <a:srgbClr val="176B78"/>
                </a:solidFill>
                <a:latin typeface="Nimbus Sans"/>
                <a:ea typeface="Nimbus Sans"/>
                <a:cs typeface="Nimbus Sans"/>
              </a:defRPr>
            </a:lvl3pPr>
            <a:lvl4pPr>
              <a:defRPr sz="1950" b="0">
                <a:solidFill>
                  <a:srgbClr val="176B78"/>
                </a:solidFill>
                <a:latin typeface="Nimbus Sans"/>
                <a:ea typeface="Nimbus Sans"/>
                <a:cs typeface="Nimbus Sans"/>
              </a:defRPr>
            </a:lvl4pPr>
            <a:lvl5pPr>
              <a:defRPr sz="1950" b="0">
                <a:solidFill>
                  <a:srgbClr val="176B78"/>
                </a:solidFill>
                <a:latin typeface="Nimbus Sans"/>
                <a:ea typeface="Nimbus Sans"/>
                <a:cs typeface="Nimbus Sans"/>
              </a:defRPr>
            </a:lvl5pPr>
            <a:lvl6pPr>
              <a:defRPr sz="1950" b="0">
                <a:solidFill>
                  <a:srgbClr val="176B78"/>
                </a:solidFill>
                <a:latin typeface="Nimbus Sans"/>
                <a:ea typeface="Nimbus Sans"/>
                <a:cs typeface="Nimbus Sans"/>
              </a:defRPr>
            </a:lvl6pPr>
            <a:lvl7pPr>
              <a:defRPr sz="1950" b="0">
                <a:solidFill>
                  <a:srgbClr val="176B78"/>
                </a:solidFill>
                <a:latin typeface="Nimbus Sans"/>
                <a:ea typeface="Nimbus Sans"/>
                <a:cs typeface="Nimbus Sans"/>
              </a:defRPr>
            </a:lvl7pPr>
            <a:lvl8pPr>
              <a:defRPr sz="1950" b="0">
                <a:solidFill>
                  <a:srgbClr val="176B78"/>
                </a:solidFill>
                <a:latin typeface="Nimbus Sans"/>
                <a:ea typeface="Nimbus Sans"/>
                <a:cs typeface="Nimbus Sans"/>
              </a:defRPr>
            </a:lvl8pPr>
            <a:lvl9pPr>
              <a:defRPr sz="1950" b="0">
                <a:solidFill>
                  <a:srgbClr val="176B78"/>
                </a:solidFill>
                <a:latin typeface="Nimbus Sans"/>
                <a:ea typeface="Nimbus Sans"/>
                <a:cs typeface="Nimbus Sans"/>
              </a:defRPr>
            </a:lvl9pPr>
          </a:lstStyle>
          <a:p xmlns:a="http://schemas.openxmlformats.org/drawingml/2006/main">
            <a:pPr>
              <a:defRPr sz="1950" b="0">
                <a:solidFill>
                  <a:srgbClr val="176B78"/>
                </a:solidFill>
                <a:latin typeface="Nimbus Sans"/>
                <a:ea typeface="Nimbus Sans"/>
                <a:cs typeface="Nimbus Sans"/>
              </a:defRPr>
            </a:pPr>
            <a:r>
              <a:rPr sz="1950" b="0">
                <a:solidFill>
                  <a:srgbClr val="176B78"/>
                </a:solidFill>
                <a:latin typeface="Nimbus Sans"/>
                <a:ea typeface="Nimbus Sans"/>
                <a:cs typeface="Nimbus Sans"/>
              </a:rPr>
              <a:t>Analyse: climate für Temperatur und Feuchte, pressure für Druck</a:t>
            </a:r>
          </a:p>
        </p:txBody>
      </p:sp>
    </p:spTree>
    <p:extLst>
      <p:ext uri="{BB962C8B-B14F-4D97-AF65-F5344CB8AC3E}">
        <p14:creationId xmlns:p14="http://schemas.microsoft.com/office/powerpoint/2010/main" val="202405386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4D04C40E-9648-49B3-9588-637B45430784}"/>
              </a:ext>
            </a:extLst>
          </p:cNvPr>
          <p:cNvSpPr>
            <a:spLocks xmlns:a="http://schemas.openxmlformats.org/drawingml/2006/main" noGrp="1"/>
          </p:cNvSpPr>
          <p:nvPr/>
        </p:nvSpPr>
        <p:spPr>
          <a:xfrm xmlns:a="http://schemas.openxmlformats.org/drawingml/2006/main">
            <a:off x="666750" y="523875"/>
            <a:ext cx="10858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3225" b="1">
                <a:solidFill>
                  <a:srgbClr val="17252F"/>
                </a:solidFill>
                <a:latin typeface="Nimbus Sans"/>
                <a:ea typeface="Nimbus Sans"/>
                <a:cs typeface="Nimbus Sans"/>
              </a:defRPr>
            </a:defPPr>
            <a:lvl1pPr>
              <a:defRPr sz="3225" b="1">
                <a:solidFill>
                  <a:srgbClr val="17252F"/>
                </a:solidFill>
                <a:latin typeface="Nimbus Sans"/>
                <a:ea typeface="Nimbus Sans"/>
                <a:cs typeface="Nimbus Sans"/>
              </a:defRPr>
            </a:lvl1pPr>
            <a:lvl2pPr>
              <a:defRPr sz="3225" b="1">
                <a:solidFill>
                  <a:srgbClr val="17252F"/>
                </a:solidFill>
                <a:latin typeface="Nimbus Sans"/>
                <a:ea typeface="Nimbus Sans"/>
                <a:cs typeface="Nimbus Sans"/>
              </a:defRPr>
            </a:lvl2pPr>
            <a:lvl3pPr>
              <a:defRPr sz="3225" b="1">
                <a:solidFill>
                  <a:srgbClr val="17252F"/>
                </a:solidFill>
                <a:latin typeface="Nimbus Sans"/>
                <a:ea typeface="Nimbus Sans"/>
                <a:cs typeface="Nimbus Sans"/>
              </a:defRPr>
            </a:lvl3pPr>
            <a:lvl4pPr>
              <a:defRPr sz="3225" b="1">
                <a:solidFill>
                  <a:srgbClr val="17252F"/>
                </a:solidFill>
                <a:latin typeface="Nimbus Sans"/>
                <a:ea typeface="Nimbus Sans"/>
                <a:cs typeface="Nimbus Sans"/>
              </a:defRPr>
            </a:lvl4pPr>
            <a:lvl5pPr>
              <a:defRPr sz="3225" b="1">
                <a:solidFill>
                  <a:srgbClr val="17252F"/>
                </a:solidFill>
                <a:latin typeface="Nimbus Sans"/>
                <a:ea typeface="Nimbus Sans"/>
                <a:cs typeface="Nimbus Sans"/>
              </a:defRPr>
            </a:lvl5pPr>
            <a:lvl6pPr>
              <a:defRPr sz="3225" b="1">
                <a:solidFill>
                  <a:srgbClr val="17252F"/>
                </a:solidFill>
                <a:latin typeface="Nimbus Sans"/>
                <a:ea typeface="Nimbus Sans"/>
                <a:cs typeface="Nimbus Sans"/>
              </a:defRPr>
            </a:lvl6pPr>
            <a:lvl7pPr>
              <a:defRPr sz="3225" b="1">
                <a:solidFill>
                  <a:srgbClr val="17252F"/>
                </a:solidFill>
                <a:latin typeface="Nimbus Sans"/>
                <a:ea typeface="Nimbus Sans"/>
                <a:cs typeface="Nimbus Sans"/>
              </a:defRPr>
            </a:lvl7pPr>
            <a:lvl8pPr>
              <a:defRPr sz="3225" b="1">
                <a:solidFill>
                  <a:srgbClr val="17252F"/>
                </a:solidFill>
                <a:latin typeface="Nimbus Sans"/>
                <a:ea typeface="Nimbus Sans"/>
                <a:cs typeface="Nimbus Sans"/>
              </a:defRPr>
            </a:lvl8pPr>
            <a:lvl9pPr>
              <a:defRPr sz="3225" b="1">
                <a:solidFill>
                  <a:srgbClr val="17252F"/>
                </a:solidFill>
                <a:latin typeface="Nimbus Sans"/>
                <a:ea typeface="Nimbus Sans"/>
                <a:cs typeface="Nimbus Sans"/>
              </a:defRPr>
            </a:lvl9pPr>
          </a:lstStyle>
          <a:p xmlns:a="http://schemas.openxmlformats.org/drawingml/2006/main">
            <a:pPr>
              <a:defRPr sz="3225" b="1">
                <a:solidFill>
                  <a:srgbClr val="17252F"/>
                </a:solidFill>
                <a:latin typeface="Nimbus Sans"/>
                <a:ea typeface="Nimbus Sans"/>
                <a:cs typeface="Nimbus Sans"/>
              </a:defRPr>
            </a:pPr>
            <a:r>
              <a:rPr sz="3225" b="1">
                <a:solidFill>
                  <a:srgbClr val="17252F"/>
                </a:solidFill>
                <a:latin typeface="Nimbus Sans"/>
                <a:ea typeface="Nimbus Sans"/>
                <a:cs typeface="Nimbus Sans"/>
              </a:rPr>
              <a:t>Routing und Exchange-Auswahl</a:t>
            </a:r>
          </a:p>
        </p:txBody>
      </p:sp>
      <p:sp>
        <p:nvSpPr>
          <p:cNvPr id="2" name="text-1">
            <a:extLst xmlns:a="http://schemas.openxmlformats.org/drawingml/2006/main">
              <a:ext uri="{FF2B5EF4-FFF2-40B4-BE49-F238E27FC236}">
                <a16:creationId xmlns:a16="http://schemas.microsoft.com/office/drawing/2014/main" id="{49CD5EE2-B65A-498F-BBA5-29532DDA5FF4}"/>
              </a:ext>
            </a:extLst>
          </p:cNvPr>
          <p:cNvSpPr>
            <a:spLocks xmlns:a="http://schemas.openxmlformats.org/drawingml/2006/main" noGrp="1"/>
          </p:cNvSpPr>
          <p:nvPr/>
        </p:nvSpPr>
        <p:spPr>
          <a:xfrm xmlns:a="http://schemas.openxmlformats.org/drawingml/2006/main">
            <a:off x="9620250" y="63246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1350" b="0">
                <a:solidFill>
                  <a:srgbClr val="52616B"/>
                </a:solidFill>
                <a:latin typeface="Nimbus Sans"/>
                <a:ea typeface="Nimbus Sans"/>
                <a:cs typeface="Nimbus Sans"/>
              </a:defRPr>
            </a:defPPr>
            <a:lvl1pPr>
              <a:defRPr sz="1350" b="0">
                <a:solidFill>
                  <a:srgbClr val="52616B"/>
                </a:solidFill>
                <a:latin typeface="Nimbus Sans"/>
                <a:ea typeface="Nimbus Sans"/>
                <a:cs typeface="Nimbus Sans"/>
              </a:defRPr>
            </a:lvl1pPr>
            <a:lvl2pPr>
              <a:defRPr sz="1350" b="0">
                <a:solidFill>
                  <a:srgbClr val="52616B"/>
                </a:solidFill>
                <a:latin typeface="Nimbus Sans"/>
                <a:ea typeface="Nimbus Sans"/>
                <a:cs typeface="Nimbus Sans"/>
              </a:defRPr>
            </a:lvl2pPr>
            <a:lvl3pPr>
              <a:defRPr sz="1350" b="0">
                <a:solidFill>
                  <a:srgbClr val="52616B"/>
                </a:solidFill>
                <a:latin typeface="Nimbus Sans"/>
                <a:ea typeface="Nimbus Sans"/>
                <a:cs typeface="Nimbus Sans"/>
              </a:defRPr>
            </a:lvl3pPr>
            <a:lvl4pPr>
              <a:defRPr sz="1350" b="0">
                <a:solidFill>
                  <a:srgbClr val="52616B"/>
                </a:solidFill>
                <a:latin typeface="Nimbus Sans"/>
                <a:ea typeface="Nimbus Sans"/>
                <a:cs typeface="Nimbus Sans"/>
              </a:defRPr>
            </a:lvl4pPr>
            <a:lvl5pPr>
              <a:defRPr sz="1350" b="0">
                <a:solidFill>
                  <a:srgbClr val="52616B"/>
                </a:solidFill>
                <a:latin typeface="Nimbus Sans"/>
                <a:ea typeface="Nimbus Sans"/>
                <a:cs typeface="Nimbus Sans"/>
              </a:defRPr>
            </a:lvl5pPr>
            <a:lvl6pPr>
              <a:defRPr sz="1350" b="0">
                <a:solidFill>
                  <a:srgbClr val="52616B"/>
                </a:solidFill>
                <a:latin typeface="Nimbus Sans"/>
                <a:ea typeface="Nimbus Sans"/>
                <a:cs typeface="Nimbus Sans"/>
              </a:defRPr>
            </a:lvl6pPr>
            <a:lvl7pPr>
              <a:defRPr sz="1350" b="0">
                <a:solidFill>
                  <a:srgbClr val="52616B"/>
                </a:solidFill>
                <a:latin typeface="Nimbus Sans"/>
                <a:ea typeface="Nimbus Sans"/>
                <a:cs typeface="Nimbus Sans"/>
              </a:defRPr>
            </a:lvl7pPr>
            <a:lvl8pPr>
              <a:defRPr sz="1350" b="0">
                <a:solidFill>
                  <a:srgbClr val="52616B"/>
                </a:solidFill>
                <a:latin typeface="Nimbus Sans"/>
                <a:ea typeface="Nimbus Sans"/>
                <a:cs typeface="Nimbus Sans"/>
              </a:defRPr>
            </a:lvl8pPr>
            <a:lvl9pPr>
              <a:defRPr sz="1350" b="0">
                <a:solidFill>
                  <a:srgbClr val="52616B"/>
                </a:solidFill>
                <a:latin typeface="Nimbus Sans"/>
                <a:ea typeface="Nimbus Sans"/>
                <a:cs typeface="Nimbus Sans"/>
              </a:defRPr>
            </a:lvl9pPr>
          </a:lstStyle>
          <a:p xmlns:a="http://schemas.openxmlformats.org/drawingml/2006/main">
            <a:pPr>
              <a:defRPr sz="1350" b="0">
                <a:solidFill>
                  <a:srgbClr val="52616B"/>
                </a:solidFill>
                <a:latin typeface="Nimbus Sans"/>
                <a:ea typeface="Nimbus Sans"/>
                <a:cs typeface="Nimbus Sans"/>
              </a:defRPr>
            </a:pPr>
            <a:r>
              <a:rPr sz="1350" b="0">
                <a:solidFill>
                  <a:srgbClr val="52616B"/>
                </a:solidFill>
                <a:latin typeface="Nimbus Sans"/>
                <a:ea typeface="Nimbus Sans"/>
                <a:cs typeface="Nimbus Sans"/>
              </a:rPr>
              <a:t>03</a:t>
            </a:r>
          </a:p>
        </p:txBody>
      </p:sp>
      <p:graphicFrame>
        <p:nvGraphicFramePr>
          <p:cNvPr id="3" name="">
            <a:extLst xmlns:a="http://schemas.openxmlformats.org/drawingml/2006/main">
              <a:ext uri="{FF2B5EF4-FFF2-40B4-BE49-F238E27FC236}">
                <a16:creationId xmlns:a16="http://schemas.microsoft.com/office/drawing/2014/main" id="{23662CBF-B91D-4936-AF18-C398A6C5CAD5}"/>
              </a:ext>
            </a:extLst>
          </p:cNvPr>
          <p:cNvGraphicFramePr/>
          <p:nvPr/>
        </p:nvGraphicFramePr>
        <p:xfrm>
          <a:off xmlns:a="http://schemas.openxmlformats.org/drawingml/2006/main" x="666750" y="1666875"/>
          <a:ext xmlns:a="http://schemas.openxmlformats.org/drawingml/2006/main" cx="10858500" cy="3524250"/>
        </p:xfrm>
        <a:graphic xmlns:a="http://schemas.openxmlformats.org/drawingml/2006/main">
          <a:graphicData uri="http://schemas.openxmlformats.org/drawingml/2006/table">
            <a:tbl>
              <a:tblPr/>
              <a:tblGrid>
                <a:gridCol w="2143125"/>
                <a:gridCol w="4143375"/>
                <a:gridCol w="4572000"/>
              </a:tblGrid>
              <a:tr h="704850">
                <a:tc>
                  <a:txBody>
                    <a:bodyPr lIns="133350" tIns="133350" rIns="133350" bIns="133350"/>
                    <a:lstStyle/>
                    <a:p>
                      <a:r>
                        <a:rPr sz="1725" b="1">
                          <a:solidFill>
                            <a:srgbClr val="FFFFFF"/>
                          </a:solidFill>
                          <a:latin typeface="Nimbus Sans"/>
                          <a:ea typeface="Nimbus Sans"/>
                          <a:cs typeface="Nimbus Sans"/>
                        </a:rPr>
                        <a:t>Einsatz</a:t>
                      </a:r>
                    </a:p>
                  </a:txBody>
                  <a:tcPr marL="91440" marR="91440" marT="45720" marB="45720" anchor="ctr">
                    <a:lnL w="9525">
                      <a:solidFill>
                        <a:srgbClr val="D8E2E5"/>
                      </a:solidFill>
                      <a:prstDash val="solid"/>
                    </a:lnL>
                    <a:lnR w="9525">
                      <a:solidFill>
                        <a:srgbClr val="D8E2E5"/>
                      </a:solidFill>
                      <a:prstDash val="solid"/>
                    </a:lnR>
                    <a:lnT w="9525">
                      <a:solidFill>
                        <a:srgbClr val="D8E2E5"/>
                      </a:solidFill>
                      <a:prstDash val="solid"/>
                    </a:lnT>
                    <a:lnB w="9525">
                      <a:solidFill>
                        <a:srgbClr val="D8E2E5"/>
                      </a:solidFill>
                      <a:prstDash val="solid"/>
                    </a:lnB>
                    <a:solidFill>
                      <a:srgbClr val="176B78"/>
                    </a:solidFill>
                  </a:tcPr>
                </a:tc>
                <a:tc>
                  <a:txBody>
                    <a:bodyPr lIns="133350" tIns="133350" rIns="133350" bIns="133350"/>
                    <a:lstStyle/>
                    <a:p>
                      <a:r>
                        <a:rPr sz="1725" b="1">
                          <a:solidFill>
                            <a:srgbClr val="FFFFFF"/>
                          </a:solidFill>
                          <a:latin typeface="Nimbus Sans"/>
                          <a:ea typeface="Nimbus Sans"/>
                          <a:cs typeface="Nimbus Sans"/>
                        </a:rPr>
                        <a:t>Entscheidung</a:t>
                      </a:r>
                    </a:p>
                  </a:txBody>
                  <a:tcPr marL="91440" marR="91440" marT="45720" marB="45720" anchor="ctr">
                    <a:lnR w="9525">
                      <a:solidFill>
                        <a:srgbClr val="D8E2E5"/>
                      </a:solidFill>
                      <a:prstDash val="solid"/>
                    </a:lnR>
                    <a:lnT w="9525">
                      <a:solidFill>
                        <a:srgbClr val="D8E2E5"/>
                      </a:solidFill>
                      <a:prstDash val="solid"/>
                    </a:lnT>
                    <a:lnB w="9525">
                      <a:solidFill>
                        <a:srgbClr val="D8E2E5"/>
                      </a:solidFill>
                      <a:prstDash val="solid"/>
                    </a:lnB>
                    <a:solidFill>
                      <a:srgbClr val="176B78"/>
                    </a:solidFill>
                  </a:tcPr>
                </a:tc>
                <a:tc>
                  <a:txBody>
                    <a:bodyPr lIns="133350" tIns="133350" rIns="133350" bIns="133350"/>
                    <a:lstStyle/>
                    <a:p>
                      <a:r>
                        <a:rPr sz="1725" b="1">
                          <a:solidFill>
                            <a:srgbClr val="FFFFFF"/>
                          </a:solidFill>
                          <a:latin typeface="Nimbus Sans"/>
                          <a:ea typeface="Nimbus Sans"/>
                          <a:cs typeface="Nimbus Sans"/>
                        </a:rPr>
                        <a:t>Alternative und Abwägung</a:t>
                      </a:r>
                    </a:p>
                  </a:txBody>
                  <a:tcPr marL="91440" marR="91440" marT="45720" marB="45720" anchor="ctr">
                    <a:lnR w="9525">
                      <a:solidFill>
                        <a:srgbClr val="D8E2E5"/>
                      </a:solidFill>
                      <a:prstDash val="solid"/>
                    </a:lnR>
                    <a:lnT w="9525">
                      <a:solidFill>
                        <a:srgbClr val="D8E2E5"/>
                      </a:solidFill>
                      <a:prstDash val="solid"/>
                    </a:lnT>
                    <a:lnB w="9525">
                      <a:solidFill>
                        <a:srgbClr val="D8E2E5"/>
                      </a:solidFill>
                      <a:prstDash val="solid"/>
                    </a:lnB>
                    <a:solidFill>
                      <a:srgbClr val="176B78"/>
                    </a:solidFill>
                  </a:tcPr>
                </a:tc>
              </a:tr>
              <a:tr h="704850">
                <a:tc>
                  <a:txBody>
                    <a:bodyPr lIns="133350" tIns="133350" rIns="133350" bIns="133350"/>
                    <a:lstStyle/>
                    <a:p>
                      <a:r>
                        <a:rPr sz="1725" b="0">
                          <a:solidFill>
                            <a:srgbClr val="17252F"/>
                          </a:solidFill>
                          <a:latin typeface="Nimbus Sans"/>
                          <a:ea typeface="Nimbus Sans"/>
                          <a:cs typeface="Nimbus Sans"/>
                        </a:rPr>
                        <a:t>Sensordaten</a:t>
                      </a:r>
                    </a:p>
                  </a:txBody>
                  <a:tcPr marL="91440" marR="91440" marT="45720" marB="45720" anchor="ctr">
                    <a:lnL w="9525">
                      <a:solidFill>
                        <a:srgbClr val="D8E2E5"/>
                      </a:solidFill>
                      <a:prstDash val="solid"/>
                    </a:lnL>
                    <a:lnR w="9525">
                      <a:solidFill>
                        <a:srgbClr val="D8E2E5"/>
                      </a:solidFill>
                      <a:prstDash val="solid"/>
                    </a:lnR>
                    <a:lnB w="9525">
                      <a:solidFill>
                        <a:srgbClr val="D8E2E5"/>
                      </a:solidFill>
                      <a:prstDash val="solid"/>
                    </a:lnB>
                    <a:solidFill>
                      <a:srgbClr val="FFFFFF"/>
                    </a:solidFill>
                  </a:tcPr>
                </a:tc>
                <a:tc>
                  <a:txBody>
                    <a:bodyPr lIns="133350" tIns="133350" rIns="133350" bIns="133350"/>
                    <a:lstStyle/>
                    <a:p>
                      <a:r>
                        <a:rPr sz="1725" b="0">
                          <a:solidFill>
                            <a:srgbClr val="17252F"/>
                          </a:solidFill>
                          <a:latin typeface="Nimbus Sans"/>
                          <a:ea typeface="Nimbus Sans"/>
                          <a:cs typeface="Nimbus Sans"/>
                        </a:rPr>
                        <a:t>topic mit sensor.&lt;type&gt;.&lt;id&gt;</a:t>
                      </a:r>
                    </a:p>
                  </a:txBody>
                  <a:tcPr marL="91440" marR="91440" marT="45720" marB="45720" anchor="ctr">
                    <a:lnR w="9525">
                      <a:solidFill>
                        <a:srgbClr val="D8E2E5"/>
                      </a:solidFill>
                      <a:prstDash val="solid"/>
                    </a:lnR>
                    <a:lnB w="9525">
                      <a:solidFill>
                        <a:srgbClr val="D8E2E5"/>
                      </a:solidFill>
                      <a:prstDash val="solid"/>
                    </a:lnB>
                    <a:solidFill>
                      <a:srgbClr val="FFFFFF"/>
                    </a:solidFill>
                  </a:tcPr>
                </a:tc>
                <a:tc>
                  <a:txBody>
                    <a:bodyPr lIns="133350" tIns="133350" rIns="133350" bIns="133350"/>
                    <a:lstStyle/>
                    <a:p>
                      <a:r>
                        <a:rPr sz="1725" b="0">
                          <a:solidFill>
                            <a:srgbClr val="17252F"/>
                          </a:solidFill>
                          <a:latin typeface="Nimbus Sans"/>
                          <a:ea typeface="Nimbus Sans"/>
                          <a:cs typeface="Nimbus Sans"/>
                        </a:rPr>
                        <a:t>direct benötigt exakte Schlüssel je Sensor</a:t>
                      </a:r>
                    </a:p>
                  </a:txBody>
                  <a:tcPr marL="91440" marR="91440" marT="45720" marB="45720" anchor="ctr">
                    <a:lnR w="9525">
                      <a:solidFill>
                        <a:srgbClr val="D8E2E5"/>
                      </a:solidFill>
                      <a:prstDash val="solid"/>
                    </a:lnR>
                    <a:lnB w="9525">
                      <a:solidFill>
                        <a:srgbClr val="D8E2E5"/>
                      </a:solidFill>
                      <a:prstDash val="solid"/>
                    </a:lnB>
                    <a:solidFill>
                      <a:srgbClr val="FFFFFF"/>
                    </a:solidFill>
                  </a:tcPr>
                </a:tc>
              </a:tr>
              <a:tr h="704850">
                <a:tc>
                  <a:txBody>
                    <a:bodyPr lIns="133350" tIns="133350" rIns="133350" bIns="133350"/>
                    <a:lstStyle/>
                    <a:p>
                      <a:r>
                        <a:rPr sz="1725" b="0">
                          <a:solidFill>
                            <a:srgbClr val="17252F"/>
                          </a:solidFill>
                          <a:latin typeface="Nimbus Sans"/>
                          <a:ea typeface="Nimbus Sans"/>
                          <a:cs typeface="Nimbus Sans"/>
                        </a:rPr>
                        <a:t>Alarme</a:t>
                      </a:r>
                    </a:p>
                  </a:txBody>
                  <a:tcPr marL="91440" marR="91440" marT="45720" marB="45720" anchor="ctr">
                    <a:lnL w="9525">
                      <a:solidFill>
                        <a:srgbClr val="D8E2E5"/>
                      </a:solidFill>
                      <a:prstDash val="solid"/>
                    </a:lnL>
                    <a:lnR w="9525">
                      <a:solidFill>
                        <a:srgbClr val="D8E2E5"/>
                      </a:solidFill>
                      <a:prstDash val="solid"/>
                    </a:lnR>
                    <a:lnB w="9525">
                      <a:solidFill>
                        <a:srgbClr val="D8E2E5"/>
                      </a:solidFill>
                      <a:prstDash val="solid"/>
                    </a:lnB>
                    <a:solidFill>
                      <a:srgbClr val="FFFFFF"/>
                    </a:solidFill>
                  </a:tcPr>
                </a:tc>
                <a:tc>
                  <a:txBody>
                    <a:bodyPr lIns="133350" tIns="133350" rIns="133350" bIns="133350"/>
                    <a:lstStyle/>
                    <a:p>
                      <a:r>
                        <a:rPr sz="1725" b="0">
                          <a:solidFill>
                            <a:srgbClr val="17252F"/>
                          </a:solidFill>
                          <a:latin typeface="Nimbus Sans"/>
                          <a:ea typeface="Nimbus Sans"/>
                          <a:cs typeface="Nimbus Sans"/>
                        </a:rPr>
                        <a:t>direct mit WARNING / CRITICAL</a:t>
                      </a:r>
                    </a:p>
                  </a:txBody>
                  <a:tcPr marL="91440" marR="91440" marT="45720" marB="45720" anchor="ctr">
                    <a:lnR w="9525">
                      <a:solidFill>
                        <a:srgbClr val="D8E2E5"/>
                      </a:solidFill>
                      <a:prstDash val="solid"/>
                    </a:lnR>
                    <a:lnB w="9525">
                      <a:solidFill>
                        <a:srgbClr val="D8E2E5"/>
                      </a:solidFill>
                      <a:prstDash val="solid"/>
                    </a:lnB>
                    <a:solidFill>
                      <a:srgbClr val="FFFFFF"/>
                    </a:solidFill>
                  </a:tcPr>
                </a:tc>
                <a:tc>
                  <a:txBody>
                    <a:bodyPr lIns="133350" tIns="133350" rIns="133350" bIns="133350"/>
                    <a:lstStyle/>
                    <a:p>
                      <a:r>
                        <a:rPr sz="1725" b="0">
                          <a:solidFill>
                            <a:srgbClr val="17252F"/>
                          </a:solidFill>
                          <a:latin typeface="Nimbus Sans"/>
                          <a:ea typeface="Nimbus Sans"/>
                          <a:cs typeface="Nimbus Sans"/>
                        </a:rPr>
                        <a:t>headers ist für zwei Stufen aufwendiger</a:t>
                      </a:r>
                    </a:p>
                  </a:txBody>
                  <a:tcPr marL="91440" marR="91440" marT="45720" marB="45720" anchor="ctr">
                    <a:lnR w="9525">
                      <a:solidFill>
                        <a:srgbClr val="D8E2E5"/>
                      </a:solidFill>
                      <a:prstDash val="solid"/>
                    </a:lnR>
                    <a:lnB w="9525">
                      <a:solidFill>
                        <a:srgbClr val="D8E2E5"/>
                      </a:solidFill>
                      <a:prstDash val="solid"/>
                    </a:lnB>
                    <a:solidFill>
                      <a:srgbClr val="FFFFFF"/>
                    </a:solidFill>
                  </a:tcPr>
                </a:tc>
              </a:tr>
              <a:tr h="704850">
                <a:tc>
                  <a:txBody>
                    <a:bodyPr lIns="133350" tIns="133350" rIns="133350" bIns="133350"/>
                    <a:lstStyle/>
                    <a:p>
                      <a:r>
                        <a:rPr sz="1725" b="0">
                          <a:solidFill>
                            <a:srgbClr val="17252F"/>
                          </a:solidFill>
                          <a:latin typeface="Nimbus Sans"/>
                          <a:ea typeface="Nimbus Sans"/>
                          <a:cs typeface="Nimbus Sans"/>
                        </a:rPr>
                        <a:t>Monitoring</a:t>
                      </a:r>
                    </a:p>
                  </a:txBody>
                  <a:tcPr marL="91440" marR="91440" marT="45720" marB="45720" anchor="ctr">
                    <a:lnL w="9525">
                      <a:solidFill>
                        <a:srgbClr val="D8E2E5"/>
                      </a:solidFill>
                      <a:prstDash val="solid"/>
                    </a:lnL>
                    <a:lnR w="9525">
                      <a:solidFill>
                        <a:srgbClr val="D8E2E5"/>
                      </a:solidFill>
                      <a:prstDash val="solid"/>
                    </a:lnR>
                    <a:lnB w="9525">
                      <a:solidFill>
                        <a:srgbClr val="D8E2E5"/>
                      </a:solidFill>
                      <a:prstDash val="solid"/>
                    </a:lnB>
                    <a:solidFill>
                      <a:srgbClr val="FFFFFF"/>
                    </a:solidFill>
                  </a:tcPr>
                </a:tc>
                <a:tc>
                  <a:txBody>
                    <a:bodyPr lIns="133350" tIns="133350" rIns="133350" bIns="133350"/>
                    <a:lstStyle/>
                    <a:p>
                      <a:r>
                        <a:rPr sz="1725" b="0">
                          <a:solidFill>
                            <a:srgbClr val="17252F"/>
                          </a:solidFill>
                          <a:latin typeface="Nimbus Sans"/>
                          <a:ea typeface="Nimbus Sans"/>
                          <a:cs typeface="Nimbus Sans"/>
                        </a:rPr>
                        <a:t>topic mit monitor.#</a:t>
                      </a:r>
                    </a:p>
                  </a:txBody>
                  <a:tcPr marL="91440" marR="91440" marT="45720" marB="45720" anchor="ctr">
                    <a:lnR w="9525">
                      <a:solidFill>
                        <a:srgbClr val="D8E2E5"/>
                      </a:solidFill>
                      <a:prstDash val="solid"/>
                    </a:lnR>
                    <a:lnB w="9525">
                      <a:solidFill>
                        <a:srgbClr val="D8E2E5"/>
                      </a:solidFill>
                      <a:prstDash val="solid"/>
                    </a:lnB>
                    <a:solidFill>
                      <a:srgbClr val="FFFFFF"/>
                    </a:solidFill>
                  </a:tcPr>
                </a:tc>
                <a:tc>
                  <a:txBody>
                    <a:bodyPr lIns="133350" tIns="133350" rIns="133350" bIns="133350"/>
                    <a:lstStyle/>
                    <a:p>
                      <a:r>
                        <a:rPr sz="1725" b="0">
                          <a:solidFill>
                            <a:srgbClr val="17252F"/>
                          </a:solidFill>
                          <a:latin typeface="Nimbus Sans"/>
                          <a:ea typeface="Nimbus Sans"/>
                          <a:cs typeface="Nimbus Sans"/>
                        </a:rPr>
                        <a:t>fanout erlaubt keine Musterauswahl</a:t>
                      </a:r>
                    </a:p>
                  </a:txBody>
                  <a:tcPr marL="91440" marR="91440" marT="45720" marB="45720" anchor="ctr">
                    <a:lnR w="9525">
                      <a:solidFill>
                        <a:srgbClr val="D8E2E5"/>
                      </a:solidFill>
                      <a:prstDash val="solid"/>
                    </a:lnR>
                    <a:lnB w="9525">
                      <a:solidFill>
                        <a:srgbClr val="D8E2E5"/>
                      </a:solidFill>
                      <a:prstDash val="solid"/>
                    </a:lnB>
                    <a:solidFill>
                      <a:srgbClr val="FFFFFF"/>
                    </a:solidFill>
                  </a:tcPr>
                </a:tc>
              </a:tr>
              <a:tr h="704850">
                <a:tc>
                  <a:txBody>
                    <a:bodyPr lIns="133350" tIns="133350" rIns="133350" bIns="133350"/>
                    <a:lstStyle/>
                    <a:p>
                      <a:r>
                        <a:rPr sz="1725" b="0">
                          <a:solidFill>
                            <a:srgbClr val="17252F"/>
                          </a:solidFill>
                          <a:latin typeface="Nimbus Sans"/>
                          <a:ea typeface="Nimbus Sans"/>
                          <a:cs typeface="Nimbus Sans"/>
                        </a:rPr>
                        <a:t>Dead Letters</a:t>
                      </a:r>
                    </a:p>
                  </a:txBody>
                  <a:tcPr marL="91440" marR="91440" marT="45720" marB="45720" anchor="ctr">
                    <a:lnL w="9525">
                      <a:solidFill>
                        <a:srgbClr val="D8E2E5"/>
                      </a:solidFill>
                      <a:prstDash val="solid"/>
                    </a:lnL>
                    <a:lnR w="9525">
                      <a:solidFill>
                        <a:srgbClr val="D8E2E5"/>
                      </a:solidFill>
                      <a:prstDash val="solid"/>
                    </a:lnR>
                    <a:lnB w="9525">
                      <a:solidFill>
                        <a:srgbClr val="D8E2E5"/>
                      </a:solidFill>
                      <a:prstDash val="solid"/>
                    </a:lnB>
                    <a:solidFill>
                      <a:srgbClr val="FFFFFF"/>
                    </a:solidFill>
                  </a:tcPr>
                </a:tc>
                <a:tc>
                  <a:txBody>
                    <a:bodyPr lIns="133350" tIns="133350" rIns="133350" bIns="133350"/>
                    <a:lstStyle/>
                    <a:p>
                      <a:r>
                        <a:rPr sz="1725" b="0">
                          <a:solidFill>
                            <a:srgbClr val="17252F"/>
                          </a:solidFill>
                          <a:latin typeface="Nimbus Sans"/>
                          <a:ea typeface="Nimbus Sans"/>
                          <a:cs typeface="Nimbus Sans"/>
                        </a:rPr>
                        <a:t>fanout für eine gemeinsame DLQ</a:t>
                      </a:r>
                    </a:p>
                  </a:txBody>
                  <a:tcPr marL="91440" marR="91440" marT="45720" marB="45720" anchor="ctr">
                    <a:lnR w="9525">
                      <a:solidFill>
                        <a:srgbClr val="D8E2E5"/>
                      </a:solidFill>
                      <a:prstDash val="solid"/>
                    </a:lnR>
                    <a:lnB w="9525">
                      <a:solidFill>
                        <a:srgbClr val="D8E2E5"/>
                      </a:solidFill>
                      <a:prstDash val="solid"/>
                    </a:lnB>
                    <a:solidFill>
                      <a:srgbClr val="FFFFFF"/>
                    </a:solidFill>
                  </a:tcPr>
                </a:tc>
                <a:tc>
                  <a:txBody>
                    <a:bodyPr lIns="133350" tIns="133350" rIns="133350" bIns="133350"/>
                    <a:lstStyle/>
                    <a:p>
                      <a:r>
                        <a:rPr sz="1725" b="0">
                          <a:solidFill>
                            <a:srgbClr val="17252F"/>
                          </a:solidFill>
                          <a:latin typeface="Nimbus Sans"/>
                          <a:ea typeface="Nimbus Sans"/>
                          <a:cs typeface="Nimbus Sans"/>
                        </a:rPr>
                        <a:t>direct erlaubt getrennte Fehlerpfade</a:t>
                      </a:r>
                    </a:p>
                  </a:txBody>
                  <a:tcPr marL="91440" marR="91440" marT="45720" marB="45720" anchor="ctr">
                    <a:lnR w="9525">
                      <a:solidFill>
                        <a:srgbClr val="D8E2E5"/>
                      </a:solidFill>
                      <a:prstDash val="solid"/>
                    </a:lnR>
                    <a:lnB w="9525">
                      <a:solidFill>
                        <a:srgbClr val="D8E2E5"/>
                      </a:solidFill>
                      <a:prstDash val="solid"/>
                    </a:lnB>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3179439C-F809-4A93-8E80-98FA435F37CC}"/>
              </a:ext>
            </a:extLst>
          </p:cNvPr>
          <p:cNvSpPr>
            <a:spLocks xmlns:a="http://schemas.openxmlformats.org/drawingml/2006/main" noGrp="1"/>
          </p:cNvSpPr>
          <p:nvPr/>
        </p:nvSpPr>
        <p:spPr>
          <a:xfrm xmlns:a="http://schemas.openxmlformats.org/drawingml/2006/main">
            <a:off x="666750" y="5476875"/>
            <a:ext cx="10858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1950" b="0">
                <a:solidFill>
                  <a:srgbClr val="176B78"/>
                </a:solidFill>
                <a:latin typeface="Nimbus Sans"/>
                <a:ea typeface="Nimbus Sans"/>
                <a:cs typeface="Nimbus Sans"/>
              </a:defRPr>
            </a:defPPr>
            <a:lvl1pPr>
              <a:defRPr sz="1950" b="0">
                <a:solidFill>
                  <a:srgbClr val="176B78"/>
                </a:solidFill>
                <a:latin typeface="Nimbus Sans"/>
                <a:ea typeface="Nimbus Sans"/>
                <a:cs typeface="Nimbus Sans"/>
              </a:defRPr>
            </a:lvl1pPr>
            <a:lvl2pPr>
              <a:defRPr sz="1950" b="0">
                <a:solidFill>
                  <a:srgbClr val="176B78"/>
                </a:solidFill>
                <a:latin typeface="Nimbus Sans"/>
                <a:ea typeface="Nimbus Sans"/>
                <a:cs typeface="Nimbus Sans"/>
              </a:defRPr>
            </a:lvl2pPr>
            <a:lvl3pPr>
              <a:defRPr sz="1950" b="0">
                <a:solidFill>
                  <a:srgbClr val="176B78"/>
                </a:solidFill>
                <a:latin typeface="Nimbus Sans"/>
                <a:ea typeface="Nimbus Sans"/>
                <a:cs typeface="Nimbus Sans"/>
              </a:defRPr>
            </a:lvl3pPr>
            <a:lvl4pPr>
              <a:defRPr sz="1950" b="0">
                <a:solidFill>
                  <a:srgbClr val="176B78"/>
                </a:solidFill>
                <a:latin typeface="Nimbus Sans"/>
                <a:ea typeface="Nimbus Sans"/>
                <a:cs typeface="Nimbus Sans"/>
              </a:defRPr>
            </a:lvl4pPr>
            <a:lvl5pPr>
              <a:defRPr sz="1950" b="0">
                <a:solidFill>
                  <a:srgbClr val="176B78"/>
                </a:solidFill>
                <a:latin typeface="Nimbus Sans"/>
                <a:ea typeface="Nimbus Sans"/>
                <a:cs typeface="Nimbus Sans"/>
              </a:defRPr>
            </a:lvl5pPr>
            <a:lvl6pPr>
              <a:defRPr sz="1950" b="0">
                <a:solidFill>
                  <a:srgbClr val="176B78"/>
                </a:solidFill>
                <a:latin typeface="Nimbus Sans"/>
                <a:ea typeface="Nimbus Sans"/>
                <a:cs typeface="Nimbus Sans"/>
              </a:defRPr>
            </a:lvl6pPr>
            <a:lvl7pPr>
              <a:defRPr sz="1950" b="0">
                <a:solidFill>
                  <a:srgbClr val="176B78"/>
                </a:solidFill>
                <a:latin typeface="Nimbus Sans"/>
                <a:ea typeface="Nimbus Sans"/>
                <a:cs typeface="Nimbus Sans"/>
              </a:defRPr>
            </a:lvl7pPr>
            <a:lvl8pPr>
              <a:defRPr sz="1950" b="0">
                <a:solidFill>
                  <a:srgbClr val="176B78"/>
                </a:solidFill>
                <a:latin typeface="Nimbus Sans"/>
                <a:ea typeface="Nimbus Sans"/>
                <a:cs typeface="Nimbus Sans"/>
              </a:defRPr>
            </a:lvl8pPr>
            <a:lvl9pPr>
              <a:defRPr sz="1950" b="0">
                <a:solidFill>
                  <a:srgbClr val="176B78"/>
                </a:solidFill>
                <a:latin typeface="Nimbus Sans"/>
                <a:ea typeface="Nimbus Sans"/>
                <a:cs typeface="Nimbus Sans"/>
              </a:defRPr>
            </a:lvl9pPr>
          </a:lstStyle>
          <a:p xmlns:a="http://schemas.openxmlformats.org/drawingml/2006/main">
            <a:pPr>
              <a:defRPr sz="1950" b="0">
                <a:solidFill>
                  <a:srgbClr val="176B78"/>
                </a:solidFill>
                <a:latin typeface="Nimbus Sans"/>
                <a:ea typeface="Nimbus Sans"/>
                <a:cs typeface="Nimbus Sans"/>
              </a:defRPr>
            </a:pPr>
            <a:r>
              <a:rPr sz="1950" b="0">
                <a:solidFill>
                  <a:srgbClr val="176B78"/>
                </a:solidFill>
                <a:latin typeface="Nimbus Sans"/>
                <a:ea typeface="Nimbus Sans"/>
                <a:cs typeface="Nimbus Sans"/>
              </a:rPr>
              <a:t>climate: sensor.temperature.* und sensor.humidity.*</a:t>
            </a:r>
          </a:p>
          <a:p xmlns:a="http://schemas.openxmlformats.org/drawingml/2006/main">
            <a:pPr>
              <a:defRPr sz="1950" b="0">
                <a:solidFill>
                  <a:srgbClr val="176B78"/>
                </a:solidFill>
                <a:latin typeface="Nimbus Sans"/>
                <a:ea typeface="Nimbus Sans"/>
                <a:cs typeface="Nimbus Sans"/>
              </a:defRPr>
            </a:pPr>
            <a:r>
              <a:rPr sz="1950" b="0">
                <a:solidFill>
                  <a:srgbClr val="176B78"/>
                </a:solidFill>
                <a:latin typeface="Nimbus Sans"/>
                <a:ea typeface="Nimbus Sans"/>
                <a:cs typeface="Nimbus Sans"/>
              </a:rPr>
              <a:t>pressure: sensor.pressure.*</a:t>
            </a:r>
          </a:p>
        </p:txBody>
      </p:sp>
    </p:spTree>
    <p:extLst>
      <p:ext uri="{BB962C8B-B14F-4D97-AF65-F5344CB8AC3E}">
        <p14:creationId xmlns:p14="http://schemas.microsoft.com/office/powerpoint/2010/main" val="53848842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A6A758A2-AEC8-43B6-9768-12D8454015CF}"/>
              </a:ext>
            </a:extLst>
          </p:cNvPr>
          <p:cNvSpPr>
            <a:spLocks xmlns:a="http://schemas.openxmlformats.org/drawingml/2006/main" noGrp="1"/>
          </p:cNvSpPr>
          <p:nvPr/>
        </p:nvSpPr>
        <p:spPr>
          <a:xfrm xmlns:a="http://schemas.openxmlformats.org/drawingml/2006/main">
            <a:off x="666750" y="523875"/>
            <a:ext cx="10858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3225" b="1">
                <a:solidFill>
                  <a:srgbClr val="17252F"/>
                </a:solidFill>
                <a:latin typeface="Nimbus Sans"/>
                <a:ea typeface="Nimbus Sans"/>
                <a:cs typeface="Nimbus Sans"/>
              </a:defRPr>
            </a:defPPr>
            <a:lvl1pPr>
              <a:defRPr sz="3225" b="1">
                <a:solidFill>
                  <a:srgbClr val="17252F"/>
                </a:solidFill>
                <a:latin typeface="Nimbus Sans"/>
                <a:ea typeface="Nimbus Sans"/>
                <a:cs typeface="Nimbus Sans"/>
              </a:defRPr>
            </a:lvl1pPr>
            <a:lvl2pPr>
              <a:defRPr sz="3225" b="1">
                <a:solidFill>
                  <a:srgbClr val="17252F"/>
                </a:solidFill>
                <a:latin typeface="Nimbus Sans"/>
                <a:ea typeface="Nimbus Sans"/>
                <a:cs typeface="Nimbus Sans"/>
              </a:defRPr>
            </a:lvl2pPr>
            <a:lvl3pPr>
              <a:defRPr sz="3225" b="1">
                <a:solidFill>
                  <a:srgbClr val="17252F"/>
                </a:solidFill>
                <a:latin typeface="Nimbus Sans"/>
                <a:ea typeface="Nimbus Sans"/>
                <a:cs typeface="Nimbus Sans"/>
              </a:defRPr>
            </a:lvl3pPr>
            <a:lvl4pPr>
              <a:defRPr sz="3225" b="1">
                <a:solidFill>
                  <a:srgbClr val="17252F"/>
                </a:solidFill>
                <a:latin typeface="Nimbus Sans"/>
                <a:ea typeface="Nimbus Sans"/>
                <a:cs typeface="Nimbus Sans"/>
              </a:defRPr>
            </a:lvl4pPr>
            <a:lvl5pPr>
              <a:defRPr sz="3225" b="1">
                <a:solidFill>
                  <a:srgbClr val="17252F"/>
                </a:solidFill>
                <a:latin typeface="Nimbus Sans"/>
                <a:ea typeface="Nimbus Sans"/>
                <a:cs typeface="Nimbus Sans"/>
              </a:defRPr>
            </a:lvl5pPr>
            <a:lvl6pPr>
              <a:defRPr sz="3225" b="1">
                <a:solidFill>
                  <a:srgbClr val="17252F"/>
                </a:solidFill>
                <a:latin typeface="Nimbus Sans"/>
                <a:ea typeface="Nimbus Sans"/>
                <a:cs typeface="Nimbus Sans"/>
              </a:defRPr>
            </a:lvl6pPr>
            <a:lvl7pPr>
              <a:defRPr sz="3225" b="1">
                <a:solidFill>
                  <a:srgbClr val="17252F"/>
                </a:solidFill>
                <a:latin typeface="Nimbus Sans"/>
                <a:ea typeface="Nimbus Sans"/>
                <a:cs typeface="Nimbus Sans"/>
              </a:defRPr>
            </a:lvl7pPr>
            <a:lvl8pPr>
              <a:defRPr sz="3225" b="1">
                <a:solidFill>
                  <a:srgbClr val="17252F"/>
                </a:solidFill>
                <a:latin typeface="Nimbus Sans"/>
                <a:ea typeface="Nimbus Sans"/>
                <a:cs typeface="Nimbus Sans"/>
              </a:defRPr>
            </a:lvl8pPr>
            <a:lvl9pPr>
              <a:defRPr sz="3225" b="1">
                <a:solidFill>
                  <a:srgbClr val="17252F"/>
                </a:solidFill>
                <a:latin typeface="Nimbus Sans"/>
                <a:ea typeface="Nimbus Sans"/>
                <a:cs typeface="Nimbus Sans"/>
              </a:defRPr>
            </a:lvl9pPr>
          </a:lstStyle>
          <a:p xmlns:a="http://schemas.openxmlformats.org/drawingml/2006/main">
            <a:pPr>
              <a:defRPr sz="3225" b="1">
                <a:solidFill>
                  <a:srgbClr val="17252F"/>
                </a:solidFill>
                <a:latin typeface="Nimbus Sans"/>
                <a:ea typeface="Nimbus Sans"/>
                <a:cs typeface="Nimbus Sans"/>
              </a:defRPr>
            </a:pPr>
            <a:r>
              <a:rPr sz="3225" b="1">
                <a:solidFill>
                  <a:srgbClr val="17252F"/>
                </a:solidFill>
                <a:latin typeface="Nimbus Sans"/>
                <a:ea typeface="Nimbus Sans"/>
                <a:cs typeface="Nimbus Sans"/>
              </a:rPr>
              <a:t>Producer: Messwerte zuverlässig senden</a:t>
            </a:r>
          </a:p>
        </p:txBody>
      </p:sp>
      <p:sp>
        <p:nvSpPr>
          <p:cNvPr id="2" name="text-1">
            <a:extLst xmlns:a="http://schemas.openxmlformats.org/drawingml/2006/main">
              <a:ext uri="{FF2B5EF4-FFF2-40B4-BE49-F238E27FC236}">
                <a16:creationId xmlns:a16="http://schemas.microsoft.com/office/drawing/2014/main" id="{1D9D097C-1B5A-4DB3-B0E0-009403ABFBD3}"/>
              </a:ext>
            </a:extLst>
          </p:cNvPr>
          <p:cNvSpPr>
            <a:spLocks xmlns:a="http://schemas.openxmlformats.org/drawingml/2006/main" noGrp="1"/>
          </p:cNvSpPr>
          <p:nvPr/>
        </p:nvSpPr>
        <p:spPr>
          <a:xfrm xmlns:a="http://schemas.openxmlformats.org/drawingml/2006/main">
            <a:off x="9620250" y="63246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1350" b="0">
                <a:solidFill>
                  <a:srgbClr val="52616B"/>
                </a:solidFill>
                <a:latin typeface="Nimbus Sans"/>
                <a:ea typeface="Nimbus Sans"/>
                <a:cs typeface="Nimbus Sans"/>
              </a:defRPr>
            </a:defPPr>
            <a:lvl1pPr>
              <a:defRPr sz="1350" b="0">
                <a:solidFill>
                  <a:srgbClr val="52616B"/>
                </a:solidFill>
                <a:latin typeface="Nimbus Sans"/>
                <a:ea typeface="Nimbus Sans"/>
                <a:cs typeface="Nimbus Sans"/>
              </a:defRPr>
            </a:lvl1pPr>
            <a:lvl2pPr>
              <a:defRPr sz="1350" b="0">
                <a:solidFill>
                  <a:srgbClr val="52616B"/>
                </a:solidFill>
                <a:latin typeface="Nimbus Sans"/>
                <a:ea typeface="Nimbus Sans"/>
                <a:cs typeface="Nimbus Sans"/>
              </a:defRPr>
            </a:lvl2pPr>
            <a:lvl3pPr>
              <a:defRPr sz="1350" b="0">
                <a:solidFill>
                  <a:srgbClr val="52616B"/>
                </a:solidFill>
                <a:latin typeface="Nimbus Sans"/>
                <a:ea typeface="Nimbus Sans"/>
                <a:cs typeface="Nimbus Sans"/>
              </a:defRPr>
            </a:lvl3pPr>
            <a:lvl4pPr>
              <a:defRPr sz="1350" b="0">
                <a:solidFill>
                  <a:srgbClr val="52616B"/>
                </a:solidFill>
                <a:latin typeface="Nimbus Sans"/>
                <a:ea typeface="Nimbus Sans"/>
                <a:cs typeface="Nimbus Sans"/>
              </a:defRPr>
            </a:lvl4pPr>
            <a:lvl5pPr>
              <a:defRPr sz="1350" b="0">
                <a:solidFill>
                  <a:srgbClr val="52616B"/>
                </a:solidFill>
                <a:latin typeface="Nimbus Sans"/>
                <a:ea typeface="Nimbus Sans"/>
                <a:cs typeface="Nimbus Sans"/>
              </a:defRPr>
            </a:lvl5pPr>
            <a:lvl6pPr>
              <a:defRPr sz="1350" b="0">
                <a:solidFill>
                  <a:srgbClr val="52616B"/>
                </a:solidFill>
                <a:latin typeface="Nimbus Sans"/>
                <a:ea typeface="Nimbus Sans"/>
                <a:cs typeface="Nimbus Sans"/>
              </a:defRPr>
            </a:lvl6pPr>
            <a:lvl7pPr>
              <a:defRPr sz="1350" b="0">
                <a:solidFill>
                  <a:srgbClr val="52616B"/>
                </a:solidFill>
                <a:latin typeface="Nimbus Sans"/>
                <a:ea typeface="Nimbus Sans"/>
                <a:cs typeface="Nimbus Sans"/>
              </a:defRPr>
            </a:lvl7pPr>
            <a:lvl8pPr>
              <a:defRPr sz="1350" b="0">
                <a:solidFill>
                  <a:srgbClr val="52616B"/>
                </a:solidFill>
                <a:latin typeface="Nimbus Sans"/>
                <a:ea typeface="Nimbus Sans"/>
                <a:cs typeface="Nimbus Sans"/>
              </a:defRPr>
            </a:lvl8pPr>
            <a:lvl9pPr>
              <a:defRPr sz="1350" b="0">
                <a:solidFill>
                  <a:srgbClr val="52616B"/>
                </a:solidFill>
                <a:latin typeface="Nimbus Sans"/>
                <a:ea typeface="Nimbus Sans"/>
                <a:cs typeface="Nimbus Sans"/>
              </a:defRPr>
            </a:lvl9pPr>
          </a:lstStyle>
          <a:p xmlns:a="http://schemas.openxmlformats.org/drawingml/2006/main">
            <a:pPr>
              <a:defRPr sz="1350" b="0">
                <a:solidFill>
                  <a:srgbClr val="52616B"/>
                </a:solidFill>
                <a:latin typeface="Nimbus Sans"/>
                <a:ea typeface="Nimbus Sans"/>
                <a:cs typeface="Nimbus Sans"/>
              </a:defRPr>
            </a:pPr>
            <a:r>
              <a:rPr sz="1350" b="0">
                <a:solidFill>
                  <a:srgbClr val="52616B"/>
                </a:solidFill>
                <a:latin typeface="Nimbus Sans"/>
                <a:ea typeface="Nimbus Sans"/>
                <a:cs typeface="Nimbus Sans"/>
              </a:rPr>
              <a:t>04</a:t>
            </a:r>
          </a:p>
        </p:txBody>
      </p:sp>
      <p:sp>
        <p:nvSpPr>
          <p:cNvPr id="3" name="text-2">
            <a:extLst xmlns:a="http://schemas.openxmlformats.org/drawingml/2006/main">
              <a:ext uri="{FF2B5EF4-FFF2-40B4-BE49-F238E27FC236}">
                <a16:creationId xmlns:a16="http://schemas.microsoft.com/office/drawing/2014/main" id="{546DFC85-EF80-41A7-B0A6-CBB317FC3115}"/>
              </a:ext>
            </a:extLst>
          </p:cNvPr>
          <p:cNvSpPr>
            <a:spLocks xmlns:a="http://schemas.openxmlformats.org/drawingml/2006/main" noGrp="1"/>
          </p:cNvSpPr>
          <p:nvPr/>
        </p:nvSpPr>
        <p:spPr>
          <a:xfrm xmlns:a="http://schemas.openxmlformats.org/drawingml/2006/main">
            <a:off x="666750" y="1457325"/>
            <a:ext cx="10858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2025" b="0">
                <a:solidFill>
                  <a:srgbClr val="52616B"/>
                </a:solidFill>
                <a:latin typeface="Nimbus Sans"/>
                <a:ea typeface="Nimbus Sans"/>
                <a:cs typeface="Nimbus Sans"/>
              </a:defRPr>
            </a:defPPr>
            <a:lvl1pPr>
              <a:defRPr sz="2025" b="0">
                <a:solidFill>
                  <a:srgbClr val="52616B"/>
                </a:solidFill>
                <a:latin typeface="Nimbus Sans"/>
                <a:ea typeface="Nimbus Sans"/>
                <a:cs typeface="Nimbus Sans"/>
              </a:defRPr>
            </a:lvl1pPr>
            <a:lvl2pPr>
              <a:defRPr sz="2025" b="0">
                <a:solidFill>
                  <a:srgbClr val="52616B"/>
                </a:solidFill>
                <a:latin typeface="Nimbus Sans"/>
                <a:ea typeface="Nimbus Sans"/>
                <a:cs typeface="Nimbus Sans"/>
              </a:defRPr>
            </a:lvl2pPr>
            <a:lvl3pPr>
              <a:defRPr sz="2025" b="0">
                <a:solidFill>
                  <a:srgbClr val="52616B"/>
                </a:solidFill>
                <a:latin typeface="Nimbus Sans"/>
                <a:ea typeface="Nimbus Sans"/>
                <a:cs typeface="Nimbus Sans"/>
              </a:defRPr>
            </a:lvl3pPr>
            <a:lvl4pPr>
              <a:defRPr sz="2025" b="0">
                <a:solidFill>
                  <a:srgbClr val="52616B"/>
                </a:solidFill>
                <a:latin typeface="Nimbus Sans"/>
                <a:ea typeface="Nimbus Sans"/>
                <a:cs typeface="Nimbus Sans"/>
              </a:defRPr>
            </a:lvl4pPr>
            <a:lvl5pPr>
              <a:defRPr sz="2025" b="0">
                <a:solidFill>
                  <a:srgbClr val="52616B"/>
                </a:solidFill>
                <a:latin typeface="Nimbus Sans"/>
                <a:ea typeface="Nimbus Sans"/>
                <a:cs typeface="Nimbus Sans"/>
              </a:defRPr>
            </a:lvl5pPr>
            <a:lvl6pPr>
              <a:defRPr sz="2025" b="0">
                <a:solidFill>
                  <a:srgbClr val="52616B"/>
                </a:solidFill>
                <a:latin typeface="Nimbus Sans"/>
                <a:ea typeface="Nimbus Sans"/>
                <a:cs typeface="Nimbus Sans"/>
              </a:defRPr>
            </a:lvl6pPr>
            <a:lvl7pPr>
              <a:defRPr sz="2025" b="0">
                <a:solidFill>
                  <a:srgbClr val="52616B"/>
                </a:solidFill>
                <a:latin typeface="Nimbus Sans"/>
                <a:ea typeface="Nimbus Sans"/>
                <a:cs typeface="Nimbus Sans"/>
              </a:defRPr>
            </a:lvl7pPr>
            <a:lvl8pPr>
              <a:defRPr sz="2025" b="0">
                <a:solidFill>
                  <a:srgbClr val="52616B"/>
                </a:solidFill>
                <a:latin typeface="Nimbus Sans"/>
                <a:ea typeface="Nimbus Sans"/>
                <a:cs typeface="Nimbus Sans"/>
              </a:defRPr>
            </a:lvl8pPr>
            <a:lvl9pPr>
              <a:defRPr sz="2025" b="0">
                <a:solidFill>
                  <a:srgbClr val="52616B"/>
                </a:solidFill>
                <a:latin typeface="Nimbus Sans"/>
                <a:ea typeface="Nimbus Sans"/>
                <a:cs typeface="Nimbus Sans"/>
              </a:defRPr>
            </a:lvl9pPr>
          </a:lstStyle>
          <a:p xmlns:a="http://schemas.openxmlformats.org/drawingml/2006/main">
            <a:pPr>
              <a:defRPr sz="2025" b="0">
                <a:solidFill>
                  <a:srgbClr val="52616B"/>
                </a:solidFill>
                <a:latin typeface="Nimbus Sans"/>
                <a:ea typeface="Nimbus Sans"/>
                <a:cs typeface="Nimbus Sans"/>
              </a:defRPr>
            </a:pPr>
            <a:r>
              <a:rPr sz="2025" b="0">
                <a:solidFill>
                  <a:srgbClr val="52616B"/>
                </a:solidFill>
                <a:latin typeface="Nimbus Sans"/>
                <a:ea typeface="Nimbus Sans"/>
                <a:cs typeface="Nimbus Sans"/>
              </a:rPr>
              <a:t>Temperatur, Luftfeuchtigkeit und Druck, jeweils im 2-Sekunden-Takt</a:t>
            </a:r>
          </a:p>
        </p:txBody>
      </p:sp>
      <p:sp>
        <p:nvSpPr>
          <p:cNvPr id="4" name="text-3">
            <a:extLst xmlns:a="http://schemas.openxmlformats.org/drawingml/2006/main">
              <a:ext uri="{FF2B5EF4-FFF2-40B4-BE49-F238E27FC236}">
                <a16:creationId xmlns:a16="http://schemas.microsoft.com/office/drawing/2014/main" id="{DC5DE44F-463C-4B3A-B7F6-02F3137CD9D9}"/>
              </a:ext>
            </a:extLst>
          </p:cNvPr>
          <p:cNvSpPr>
            <a:spLocks xmlns:a="http://schemas.openxmlformats.org/drawingml/2006/main" noGrp="1"/>
          </p:cNvSpPr>
          <p:nvPr/>
        </p:nvSpPr>
        <p:spPr>
          <a:xfrm xmlns:a="http://schemas.openxmlformats.org/drawingml/2006/main">
            <a:off x="666750" y="2143125"/>
            <a:ext cx="4905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2175" b="1">
                <a:solidFill>
                  <a:srgbClr val="176B78"/>
                </a:solidFill>
                <a:latin typeface="Nimbus Sans"/>
                <a:ea typeface="Nimbus Sans"/>
                <a:cs typeface="Nimbus Sans"/>
              </a:defRPr>
            </a:defPPr>
            <a:lvl1pPr>
              <a:defRPr sz="2175" b="1">
                <a:solidFill>
                  <a:srgbClr val="176B78"/>
                </a:solidFill>
                <a:latin typeface="Nimbus Sans"/>
                <a:ea typeface="Nimbus Sans"/>
                <a:cs typeface="Nimbus Sans"/>
              </a:defRPr>
            </a:lvl1pPr>
            <a:lvl2pPr>
              <a:defRPr sz="2175" b="1">
                <a:solidFill>
                  <a:srgbClr val="176B78"/>
                </a:solidFill>
                <a:latin typeface="Nimbus Sans"/>
                <a:ea typeface="Nimbus Sans"/>
                <a:cs typeface="Nimbus Sans"/>
              </a:defRPr>
            </a:lvl2pPr>
            <a:lvl3pPr>
              <a:defRPr sz="2175" b="1">
                <a:solidFill>
                  <a:srgbClr val="176B78"/>
                </a:solidFill>
                <a:latin typeface="Nimbus Sans"/>
                <a:ea typeface="Nimbus Sans"/>
                <a:cs typeface="Nimbus Sans"/>
              </a:defRPr>
            </a:lvl3pPr>
            <a:lvl4pPr>
              <a:defRPr sz="2175" b="1">
                <a:solidFill>
                  <a:srgbClr val="176B78"/>
                </a:solidFill>
                <a:latin typeface="Nimbus Sans"/>
                <a:ea typeface="Nimbus Sans"/>
                <a:cs typeface="Nimbus Sans"/>
              </a:defRPr>
            </a:lvl4pPr>
            <a:lvl5pPr>
              <a:defRPr sz="2175" b="1">
                <a:solidFill>
                  <a:srgbClr val="176B78"/>
                </a:solidFill>
                <a:latin typeface="Nimbus Sans"/>
                <a:ea typeface="Nimbus Sans"/>
                <a:cs typeface="Nimbus Sans"/>
              </a:defRPr>
            </a:lvl5pPr>
            <a:lvl6pPr>
              <a:defRPr sz="2175" b="1">
                <a:solidFill>
                  <a:srgbClr val="176B78"/>
                </a:solidFill>
                <a:latin typeface="Nimbus Sans"/>
                <a:ea typeface="Nimbus Sans"/>
                <a:cs typeface="Nimbus Sans"/>
              </a:defRPr>
            </a:lvl6pPr>
            <a:lvl7pPr>
              <a:defRPr sz="2175" b="1">
                <a:solidFill>
                  <a:srgbClr val="176B78"/>
                </a:solidFill>
                <a:latin typeface="Nimbus Sans"/>
                <a:ea typeface="Nimbus Sans"/>
                <a:cs typeface="Nimbus Sans"/>
              </a:defRPr>
            </a:lvl7pPr>
            <a:lvl8pPr>
              <a:defRPr sz="2175" b="1">
                <a:solidFill>
                  <a:srgbClr val="176B78"/>
                </a:solidFill>
                <a:latin typeface="Nimbus Sans"/>
                <a:ea typeface="Nimbus Sans"/>
                <a:cs typeface="Nimbus Sans"/>
              </a:defRPr>
            </a:lvl8pPr>
            <a:lvl9pPr>
              <a:defRPr sz="2175" b="1">
                <a:solidFill>
                  <a:srgbClr val="176B78"/>
                </a:solidFill>
                <a:latin typeface="Nimbus Sans"/>
                <a:ea typeface="Nimbus Sans"/>
                <a:cs typeface="Nimbus Sans"/>
              </a:defRPr>
            </a:lvl9pPr>
          </a:lstStyle>
          <a:p xmlns:a="http://schemas.openxmlformats.org/drawingml/2006/main">
            <a:pPr>
              <a:defRPr sz="2175" b="1">
                <a:solidFill>
                  <a:srgbClr val="176B78"/>
                </a:solidFill>
                <a:latin typeface="Nimbus Sans"/>
                <a:ea typeface="Nimbus Sans"/>
                <a:cs typeface="Nimbus Sans"/>
              </a:defRPr>
            </a:pPr>
            <a:r>
              <a:rPr sz="2175" b="1">
                <a:solidFill>
                  <a:srgbClr val="176B78"/>
                </a:solidFill>
                <a:latin typeface="Nimbus Sans"/>
                <a:ea typeface="Nimbus Sans"/>
                <a:cs typeface="Nimbus Sans"/>
              </a:rPr>
              <a:t>Beispielnachricht</a:t>
            </a:r>
          </a:p>
        </p:txBody>
      </p:sp>
      <p:sp>
        <p:nvSpPr>
          <p:cNvPr id="5" name="text-4">
            <a:extLst xmlns:a="http://schemas.openxmlformats.org/drawingml/2006/main">
              <a:ext uri="{FF2B5EF4-FFF2-40B4-BE49-F238E27FC236}">
                <a16:creationId xmlns:a16="http://schemas.microsoft.com/office/drawing/2014/main" id="{303BEDF0-7FC8-4B06-9A9D-BC3E86FCB1FB}"/>
              </a:ext>
            </a:extLst>
          </p:cNvPr>
          <p:cNvSpPr>
            <a:spLocks xmlns:a="http://schemas.openxmlformats.org/drawingml/2006/main" noGrp="1"/>
          </p:cNvSpPr>
          <p:nvPr/>
        </p:nvSpPr>
        <p:spPr>
          <a:xfrm xmlns:a="http://schemas.openxmlformats.org/drawingml/2006/main">
            <a:off x="666750" y="2667000"/>
            <a:ext cx="5381625"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1725" b="0">
                <a:solidFill>
                  <a:srgbClr val="17252F"/>
                </a:solidFill>
                <a:latin typeface="DejaVu Sans Mono"/>
                <a:ea typeface="DejaVu Sans Mono"/>
                <a:cs typeface="DejaVu Sans Mono"/>
              </a:defRPr>
            </a:defPPr>
            <a:lvl1pPr>
              <a:defRPr sz="1725" b="0">
                <a:solidFill>
                  <a:srgbClr val="17252F"/>
                </a:solidFill>
                <a:latin typeface="DejaVu Sans Mono"/>
                <a:ea typeface="DejaVu Sans Mono"/>
                <a:cs typeface="DejaVu Sans Mono"/>
              </a:defRPr>
            </a:lvl1pPr>
            <a:lvl2pPr>
              <a:defRPr sz="1725" b="0">
                <a:solidFill>
                  <a:srgbClr val="17252F"/>
                </a:solidFill>
                <a:latin typeface="DejaVu Sans Mono"/>
                <a:ea typeface="DejaVu Sans Mono"/>
                <a:cs typeface="DejaVu Sans Mono"/>
              </a:defRPr>
            </a:lvl2pPr>
            <a:lvl3pPr>
              <a:defRPr sz="1725" b="0">
                <a:solidFill>
                  <a:srgbClr val="17252F"/>
                </a:solidFill>
                <a:latin typeface="DejaVu Sans Mono"/>
                <a:ea typeface="DejaVu Sans Mono"/>
                <a:cs typeface="DejaVu Sans Mono"/>
              </a:defRPr>
            </a:lvl3pPr>
            <a:lvl4pPr>
              <a:defRPr sz="1725" b="0">
                <a:solidFill>
                  <a:srgbClr val="17252F"/>
                </a:solidFill>
                <a:latin typeface="DejaVu Sans Mono"/>
                <a:ea typeface="DejaVu Sans Mono"/>
                <a:cs typeface="DejaVu Sans Mono"/>
              </a:defRPr>
            </a:lvl4pPr>
            <a:lvl5pPr>
              <a:defRPr sz="1725" b="0">
                <a:solidFill>
                  <a:srgbClr val="17252F"/>
                </a:solidFill>
                <a:latin typeface="DejaVu Sans Mono"/>
                <a:ea typeface="DejaVu Sans Mono"/>
                <a:cs typeface="DejaVu Sans Mono"/>
              </a:defRPr>
            </a:lvl5pPr>
            <a:lvl6pPr>
              <a:defRPr sz="1725" b="0">
                <a:solidFill>
                  <a:srgbClr val="17252F"/>
                </a:solidFill>
                <a:latin typeface="DejaVu Sans Mono"/>
                <a:ea typeface="DejaVu Sans Mono"/>
                <a:cs typeface="DejaVu Sans Mono"/>
              </a:defRPr>
            </a:lvl6pPr>
            <a:lvl7pPr>
              <a:defRPr sz="1725" b="0">
                <a:solidFill>
                  <a:srgbClr val="17252F"/>
                </a:solidFill>
                <a:latin typeface="DejaVu Sans Mono"/>
                <a:ea typeface="DejaVu Sans Mono"/>
                <a:cs typeface="DejaVu Sans Mono"/>
              </a:defRPr>
            </a:lvl7pPr>
            <a:lvl8pPr>
              <a:defRPr sz="1725" b="0">
                <a:solidFill>
                  <a:srgbClr val="17252F"/>
                </a:solidFill>
                <a:latin typeface="DejaVu Sans Mono"/>
                <a:ea typeface="DejaVu Sans Mono"/>
                <a:cs typeface="DejaVu Sans Mono"/>
              </a:defRPr>
            </a:lvl8pPr>
            <a:lvl9pPr>
              <a:defRPr sz="1725" b="0">
                <a:solidFill>
                  <a:srgbClr val="17252F"/>
                </a:solidFill>
                <a:latin typeface="DejaVu Sans Mono"/>
                <a:ea typeface="DejaVu Sans Mono"/>
                <a:cs typeface="DejaVu Sans Mono"/>
              </a:defRPr>
            </a:lvl9pPr>
          </a:lstStyle>
          <a:p xmlns:a="http://schemas.openxmlformats.org/drawingml/2006/main">
            <a:pPr>
              <a:defRPr sz="1725" b="0">
                <a:solidFill>
                  <a:srgbClr val="17252F"/>
                </a:solidFill>
                <a:latin typeface="DejaVu Sans Mono"/>
                <a:ea typeface="DejaVu Sans Mono"/>
                <a:cs typeface="DejaVu Sans Mono"/>
              </a:defRPr>
            </a:pPr>
            <a:r>
              <a:rPr sz="1725" b="0">
                <a:solidFill>
                  <a:srgbClr val="17252F"/>
                </a:solidFill>
                <a:latin typeface="DejaVu Sans Mono"/>
                <a:ea typeface="DejaVu Sans Mono"/>
                <a:cs typeface="DejaVu Sans Mono"/>
              </a:rPr>
              <a:t>{</a:t>
            </a:r>
          </a:p>
          <a:p xmlns:a="http://schemas.openxmlformats.org/drawingml/2006/main">
            <a:pPr>
              <a:defRPr sz="1725" b="0">
                <a:solidFill>
                  <a:srgbClr val="17252F"/>
                </a:solidFill>
                <a:latin typeface="DejaVu Sans Mono"/>
                <a:ea typeface="DejaVu Sans Mono"/>
                <a:cs typeface="DejaVu Sans Mono"/>
              </a:defRPr>
            </a:pPr>
            <a:r>
              <a:rPr sz="1725" b="0">
                <a:solidFill>
                  <a:srgbClr val="17252F"/>
                </a:solidFill>
                <a:latin typeface="DejaVu Sans Mono"/>
                <a:ea typeface="DejaVu Sans Mono"/>
                <a:cs typeface="DejaVu Sans Mono"/>
              </a:rPr>
              <a:t>  "message_id": "eindeutige UUID",</a:t>
            </a:r>
          </a:p>
          <a:p xmlns:a="http://schemas.openxmlformats.org/drawingml/2006/main">
            <a:pPr>
              <a:defRPr sz="1725" b="0">
                <a:solidFill>
                  <a:srgbClr val="17252F"/>
                </a:solidFill>
                <a:latin typeface="DejaVu Sans Mono"/>
                <a:ea typeface="DejaVu Sans Mono"/>
                <a:cs typeface="DejaVu Sans Mono"/>
              </a:defRPr>
            </a:pPr>
            <a:r>
              <a:rPr sz="1725" b="0">
                <a:solidFill>
                  <a:srgbClr val="17252F"/>
                </a:solidFill>
                <a:latin typeface="DejaVu Sans Mono"/>
                <a:ea typeface="DejaVu Sans Mono"/>
                <a:cs typeface="DejaVu Sans Mono"/>
              </a:rPr>
              <a:t>  "sensor_id": "temp-01",</a:t>
            </a:r>
          </a:p>
          <a:p xmlns:a="http://schemas.openxmlformats.org/drawingml/2006/main">
            <a:pPr>
              <a:defRPr sz="1725" b="0">
                <a:solidFill>
                  <a:srgbClr val="17252F"/>
                </a:solidFill>
                <a:latin typeface="DejaVu Sans Mono"/>
                <a:ea typeface="DejaVu Sans Mono"/>
                <a:cs typeface="DejaVu Sans Mono"/>
              </a:defRPr>
            </a:pPr>
            <a:r>
              <a:rPr sz="1725" b="0">
                <a:solidFill>
                  <a:srgbClr val="17252F"/>
                </a:solidFill>
                <a:latin typeface="DejaVu Sans Mono"/>
                <a:ea typeface="DejaVu Sans Mono"/>
                <a:cs typeface="DejaVu Sans Mono"/>
              </a:rPr>
              <a:t>  "sensor_type": "temperature",</a:t>
            </a:r>
          </a:p>
          <a:p xmlns:a="http://schemas.openxmlformats.org/drawingml/2006/main">
            <a:pPr>
              <a:defRPr sz="1725" b="0">
                <a:solidFill>
                  <a:srgbClr val="17252F"/>
                </a:solidFill>
                <a:latin typeface="DejaVu Sans Mono"/>
                <a:ea typeface="DejaVu Sans Mono"/>
                <a:cs typeface="DejaVu Sans Mono"/>
              </a:defRPr>
            </a:pPr>
            <a:r>
              <a:rPr sz="1725" b="0">
                <a:solidFill>
                  <a:srgbClr val="17252F"/>
                </a:solidFill>
                <a:latin typeface="DejaVu Sans Mono"/>
                <a:ea typeface="DejaVu Sans Mono"/>
                <a:cs typeface="DejaVu Sans Mono"/>
              </a:rPr>
              <a:t>  "timestamp": "2026-10-25T10:00:00",</a:t>
            </a:r>
          </a:p>
          <a:p xmlns:a="http://schemas.openxmlformats.org/drawingml/2006/main">
            <a:pPr>
              <a:defRPr sz="1725" b="0">
                <a:solidFill>
                  <a:srgbClr val="17252F"/>
                </a:solidFill>
                <a:latin typeface="DejaVu Sans Mono"/>
                <a:ea typeface="DejaVu Sans Mono"/>
                <a:cs typeface="DejaVu Sans Mono"/>
              </a:defRPr>
            </a:pPr>
            <a:r>
              <a:rPr sz="1725" b="0">
                <a:solidFill>
                  <a:srgbClr val="17252F"/>
                </a:solidFill>
                <a:latin typeface="DejaVu Sans Mono"/>
                <a:ea typeface="DejaVu Sans Mono"/>
                <a:cs typeface="DejaVu Sans Mono"/>
              </a:rPr>
              <a:t>  "value": 84.2</a:t>
            </a:r>
          </a:p>
          <a:p xmlns:a="http://schemas.openxmlformats.org/drawingml/2006/main">
            <a:pPr>
              <a:defRPr sz="1725" b="0">
                <a:solidFill>
                  <a:srgbClr val="17252F"/>
                </a:solidFill>
                <a:latin typeface="DejaVu Sans Mono"/>
                <a:ea typeface="DejaVu Sans Mono"/>
                <a:cs typeface="DejaVu Sans Mono"/>
              </a:defRPr>
            </a:pPr>
            <a:r>
              <a:rPr sz="1725" b="0">
                <a:solidFill>
                  <a:srgbClr val="17252F"/>
                </a:solidFill>
                <a:latin typeface="DejaVu Sans Mono"/>
                <a:ea typeface="DejaVu Sans Mono"/>
                <a:cs typeface="DejaVu Sans Mono"/>
              </a:rPr>
              <a:t>}</a:t>
            </a:r>
          </a:p>
        </p:txBody>
      </p:sp>
      <p:sp>
        <p:nvSpPr>
          <p:cNvPr id="6" name="text-5">
            <a:extLst xmlns:a="http://schemas.openxmlformats.org/drawingml/2006/main">
              <a:ext uri="{FF2B5EF4-FFF2-40B4-BE49-F238E27FC236}">
                <a16:creationId xmlns:a16="http://schemas.microsoft.com/office/drawing/2014/main" id="{A6788CD1-D3A4-4C22-BC7F-2FE0870D6C11}"/>
              </a:ext>
            </a:extLst>
          </p:cNvPr>
          <p:cNvSpPr>
            <a:spLocks xmlns:a="http://schemas.openxmlformats.org/drawingml/2006/main" noGrp="1"/>
          </p:cNvSpPr>
          <p:nvPr/>
        </p:nvSpPr>
        <p:spPr>
          <a:xfrm xmlns:a="http://schemas.openxmlformats.org/drawingml/2006/main">
            <a:off x="6572250" y="2143125"/>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2175" b="1">
                <a:solidFill>
                  <a:srgbClr val="176B78"/>
                </a:solidFill>
                <a:latin typeface="Nimbus Sans"/>
                <a:ea typeface="Nimbus Sans"/>
                <a:cs typeface="Nimbus Sans"/>
              </a:defRPr>
            </a:defPPr>
            <a:lvl1pPr>
              <a:defRPr sz="2175" b="1">
                <a:solidFill>
                  <a:srgbClr val="176B78"/>
                </a:solidFill>
                <a:latin typeface="Nimbus Sans"/>
                <a:ea typeface="Nimbus Sans"/>
                <a:cs typeface="Nimbus Sans"/>
              </a:defRPr>
            </a:lvl1pPr>
            <a:lvl2pPr>
              <a:defRPr sz="2175" b="1">
                <a:solidFill>
                  <a:srgbClr val="176B78"/>
                </a:solidFill>
                <a:latin typeface="Nimbus Sans"/>
                <a:ea typeface="Nimbus Sans"/>
                <a:cs typeface="Nimbus Sans"/>
              </a:defRPr>
            </a:lvl2pPr>
            <a:lvl3pPr>
              <a:defRPr sz="2175" b="1">
                <a:solidFill>
                  <a:srgbClr val="176B78"/>
                </a:solidFill>
                <a:latin typeface="Nimbus Sans"/>
                <a:ea typeface="Nimbus Sans"/>
                <a:cs typeface="Nimbus Sans"/>
              </a:defRPr>
            </a:lvl3pPr>
            <a:lvl4pPr>
              <a:defRPr sz="2175" b="1">
                <a:solidFill>
                  <a:srgbClr val="176B78"/>
                </a:solidFill>
                <a:latin typeface="Nimbus Sans"/>
                <a:ea typeface="Nimbus Sans"/>
                <a:cs typeface="Nimbus Sans"/>
              </a:defRPr>
            </a:lvl4pPr>
            <a:lvl5pPr>
              <a:defRPr sz="2175" b="1">
                <a:solidFill>
                  <a:srgbClr val="176B78"/>
                </a:solidFill>
                <a:latin typeface="Nimbus Sans"/>
                <a:ea typeface="Nimbus Sans"/>
                <a:cs typeface="Nimbus Sans"/>
              </a:defRPr>
            </a:lvl5pPr>
            <a:lvl6pPr>
              <a:defRPr sz="2175" b="1">
                <a:solidFill>
                  <a:srgbClr val="176B78"/>
                </a:solidFill>
                <a:latin typeface="Nimbus Sans"/>
                <a:ea typeface="Nimbus Sans"/>
                <a:cs typeface="Nimbus Sans"/>
              </a:defRPr>
            </a:lvl6pPr>
            <a:lvl7pPr>
              <a:defRPr sz="2175" b="1">
                <a:solidFill>
                  <a:srgbClr val="176B78"/>
                </a:solidFill>
                <a:latin typeface="Nimbus Sans"/>
                <a:ea typeface="Nimbus Sans"/>
                <a:cs typeface="Nimbus Sans"/>
              </a:defRPr>
            </a:lvl7pPr>
            <a:lvl8pPr>
              <a:defRPr sz="2175" b="1">
                <a:solidFill>
                  <a:srgbClr val="176B78"/>
                </a:solidFill>
                <a:latin typeface="Nimbus Sans"/>
                <a:ea typeface="Nimbus Sans"/>
                <a:cs typeface="Nimbus Sans"/>
              </a:defRPr>
            </a:lvl8pPr>
            <a:lvl9pPr>
              <a:defRPr sz="2175" b="1">
                <a:solidFill>
                  <a:srgbClr val="176B78"/>
                </a:solidFill>
                <a:latin typeface="Nimbus Sans"/>
                <a:ea typeface="Nimbus Sans"/>
                <a:cs typeface="Nimbus Sans"/>
              </a:defRPr>
            </a:lvl9pPr>
          </a:lstStyle>
          <a:p xmlns:a="http://schemas.openxmlformats.org/drawingml/2006/main">
            <a:pPr>
              <a:defRPr sz="2175" b="1">
                <a:solidFill>
                  <a:srgbClr val="176B78"/>
                </a:solidFill>
                <a:latin typeface="Nimbus Sans"/>
                <a:ea typeface="Nimbus Sans"/>
                <a:cs typeface="Nimbus Sans"/>
              </a:defRPr>
            </a:pPr>
            <a:r>
              <a:rPr sz="2175" b="1">
                <a:solidFill>
                  <a:srgbClr val="176B78"/>
                </a:solidFill>
                <a:latin typeface="Nimbus Sans"/>
                <a:ea typeface="Nimbus Sans"/>
                <a:cs typeface="Nimbus Sans"/>
              </a:rPr>
              <a:t>Zuverlässige Übertragung</a:t>
            </a:r>
          </a:p>
        </p:txBody>
      </p:sp>
      <p:sp>
        <p:nvSpPr>
          <p:cNvPr id="7" name="text-6">
            <a:extLst xmlns:a="http://schemas.openxmlformats.org/drawingml/2006/main">
              <a:ext uri="{FF2B5EF4-FFF2-40B4-BE49-F238E27FC236}">
                <a16:creationId xmlns:a16="http://schemas.microsoft.com/office/drawing/2014/main" id="{59927CCB-2AD7-4E42-8606-108BB8F2FAE1}"/>
              </a:ext>
            </a:extLst>
          </p:cNvPr>
          <p:cNvSpPr>
            <a:spLocks xmlns:a="http://schemas.openxmlformats.org/drawingml/2006/main" noGrp="1"/>
          </p:cNvSpPr>
          <p:nvPr/>
        </p:nvSpPr>
        <p:spPr>
          <a:xfrm xmlns:a="http://schemas.openxmlformats.org/drawingml/2006/main">
            <a:off x="6572250" y="2667000"/>
            <a:ext cx="4953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1950" b="1">
                <a:solidFill>
                  <a:srgbClr val="17252F"/>
                </a:solidFill>
                <a:latin typeface="Nimbus Sans"/>
                <a:ea typeface="Nimbus Sans"/>
                <a:cs typeface="Nimbus Sans"/>
              </a:defRPr>
            </a:defPPr>
            <a:lvl1pPr>
              <a:defRPr sz="1950" b="1">
                <a:solidFill>
                  <a:srgbClr val="17252F"/>
                </a:solidFill>
                <a:latin typeface="Nimbus Sans"/>
                <a:ea typeface="Nimbus Sans"/>
                <a:cs typeface="Nimbus Sans"/>
              </a:defRPr>
            </a:lvl1pPr>
            <a:lvl2pPr>
              <a:defRPr sz="1950" b="1">
                <a:solidFill>
                  <a:srgbClr val="17252F"/>
                </a:solidFill>
                <a:latin typeface="Nimbus Sans"/>
                <a:ea typeface="Nimbus Sans"/>
                <a:cs typeface="Nimbus Sans"/>
              </a:defRPr>
            </a:lvl2pPr>
            <a:lvl3pPr>
              <a:defRPr sz="1950" b="1">
                <a:solidFill>
                  <a:srgbClr val="17252F"/>
                </a:solidFill>
                <a:latin typeface="Nimbus Sans"/>
                <a:ea typeface="Nimbus Sans"/>
                <a:cs typeface="Nimbus Sans"/>
              </a:defRPr>
            </a:lvl3pPr>
            <a:lvl4pPr>
              <a:defRPr sz="1950" b="1">
                <a:solidFill>
                  <a:srgbClr val="17252F"/>
                </a:solidFill>
                <a:latin typeface="Nimbus Sans"/>
                <a:ea typeface="Nimbus Sans"/>
                <a:cs typeface="Nimbus Sans"/>
              </a:defRPr>
            </a:lvl4pPr>
            <a:lvl5pPr>
              <a:defRPr sz="1950" b="1">
                <a:solidFill>
                  <a:srgbClr val="17252F"/>
                </a:solidFill>
                <a:latin typeface="Nimbus Sans"/>
                <a:ea typeface="Nimbus Sans"/>
                <a:cs typeface="Nimbus Sans"/>
              </a:defRPr>
            </a:lvl5pPr>
            <a:lvl6pPr>
              <a:defRPr sz="1950" b="1">
                <a:solidFill>
                  <a:srgbClr val="17252F"/>
                </a:solidFill>
                <a:latin typeface="Nimbus Sans"/>
                <a:ea typeface="Nimbus Sans"/>
                <a:cs typeface="Nimbus Sans"/>
              </a:defRPr>
            </a:lvl6pPr>
            <a:lvl7pPr>
              <a:defRPr sz="1950" b="1">
                <a:solidFill>
                  <a:srgbClr val="17252F"/>
                </a:solidFill>
                <a:latin typeface="Nimbus Sans"/>
                <a:ea typeface="Nimbus Sans"/>
                <a:cs typeface="Nimbus Sans"/>
              </a:defRPr>
            </a:lvl7pPr>
            <a:lvl8pPr>
              <a:defRPr sz="1950" b="1">
                <a:solidFill>
                  <a:srgbClr val="17252F"/>
                </a:solidFill>
                <a:latin typeface="Nimbus Sans"/>
                <a:ea typeface="Nimbus Sans"/>
                <a:cs typeface="Nimbus Sans"/>
              </a:defRPr>
            </a:lvl8pPr>
            <a:lvl9pPr>
              <a:defRPr sz="1950" b="1">
                <a:solidFill>
                  <a:srgbClr val="17252F"/>
                </a:solidFill>
                <a:latin typeface="Nimbus Sans"/>
                <a:ea typeface="Nimbus Sans"/>
                <a:cs typeface="Nimbus Sans"/>
              </a:defRPr>
            </a:lvl9pPr>
          </a:lstStyle>
          <a:p xmlns:a="http://schemas.openxmlformats.org/drawingml/2006/main">
            <a:pPr>
              <a:defRPr sz="1950" b="1">
                <a:solidFill>
                  <a:srgbClr val="17252F"/>
                </a:solidFill>
                <a:latin typeface="Nimbus Sans"/>
                <a:ea typeface="Nimbus Sans"/>
                <a:cs typeface="Nimbus Sans"/>
              </a:defRPr>
            </a:pPr>
            <a:r>
              <a:rPr sz="1950" b="1">
                <a:solidFill>
                  <a:srgbClr val="17252F"/>
                </a:solidFill>
                <a:latin typeface="Nimbus Sans"/>
                <a:ea typeface="Nimbus Sans"/>
                <a:cs typeface="Nimbus Sans"/>
              </a:rPr>
              <a:t>delivery_mode=2</a:t>
            </a:r>
          </a:p>
        </p:txBody>
      </p:sp>
      <p:sp>
        <p:nvSpPr>
          <p:cNvPr id="8" name="text-7">
            <a:extLst xmlns:a="http://schemas.openxmlformats.org/drawingml/2006/main">
              <a:ext uri="{FF2B5EF4-FFF2-40B4-BE49-F238E27FC236}">
                <a16:creationId xmlns:a16="http://schemas.microsoft.com/office/drawing/2014/main" id="{25BCCA62-4FBA-4B28-9460-C84B49B21D7F}"/>
              </a:ext>
            </a:extLst>
          </p:cNvPr>
          <p:cNvSpPr>
            <a:spLocks xmlns:a="http://schemas.openxmlformats.org/drawingml/2006/main" noGrp="1"/>
          </p:cNvSpPr>
          <p:nvPr/>
        </p:nvSpPr>
        <p:spPr>
          <a:xfrm xmlns:a="http://schemas.openxmlformats.org/drawingml/2006/main">
            <a:off x="6572250" y="3095625"/>
            <a:ext cx="4953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1950" b="0">
                <a:solidFill>
                  <a:srgbClr val="17252F"/>
                </a:solidFill>
                <a:latin typeface="Nimbus Sans"/>
                <a:ea typeface="Nimbus Sans"/>
                <a:cs typeface="Nimbus Sans"/>
              </a:defRPr>
            </a:defPPr>
            <a:lvl1pPr>
              <a:defRPr sz="1950" b="0">
                <a:solidFill>
                  <a:srgbClr val="17252F"/>
                </a:solidFill>
                <a:latin typeface="Nimbus Sans"/>
                <a:ea typeface="Nimbus Sans"/>
                <a:cs typeface="Nimbus Sans"/>
              </a:defRPr>
            </a:lvl1pPr>
            <a:lvl2pPr>
              <a:defRPr sz="1950" b="0">
                <a:solidFill>
                  <a:srgbClr val="17252F"/>
                </a:solidFill>
                <a:latin typeface="Nimbus Sans"/>
                <a:ea typeface="Nimbus Sans"/>
                <a:cs typeface="Nimbus Sans"/>
              </a:defRPr>
            </a:lvl2pPr>
            <a:lvl3pPr>
              <a:defRPr sz="1950" b="0">
                <a:solidFill>
                  <a:srgbClr val="17252F"/>
                </a:solidFill>
                <a:latin typeface="Nimbus Sans"/>
                <a:ea typeface="Nimbus Sans"/>
                <a:cs typeface="Nimbus Sans"/>
              </a:defRPr>
            </a:lvl3pPr>
            <a:lvl4pPr>
              <a:defRPr sz="1950" b="0">
                <a:solidFill>
                  <a:srgbClr val="17252F"/>
                </a:solidFill>
                <a:latin typeface="Nimbus Sans"/>
                <a:ea typeface="Nimbus Sans"/>
                <a:cs typeface="Nimbus Sans"/>
              </a:defRPr>
            </a:lvl4pPr>
            <a:lvl5pPr>
              <a:defRPr sz="1950" b="0">
                <a:solidFill>
                  <a:srgbClr val="17252F"/>
                </a:solidFill>
                <a:latin typeface="Nimbus Sans"/>
                <a:ea typeface="Nimbus Sans"/>
                <a:cs typeface="Nimbus Sans"/>
              </a:defRPr>
            </a:lvl5pPr>
            <a:lvl6pPr>
              <a:defRPr sz="1950" b="0">
                <a:solidFill>
                  <a:srgbClr val="17252F"/>
                </a:solidFill>
                <a:latin typeface="Nimbus Sans"/>
                <a:ea typeface="Nimbus Sans"/>
                <a:cs typeface="Nimbus Sans"/>
              </a:defRPr>
            </a:lvl6pPr>
            <a:lvl7pPr>
              <a:defRPr sz="1950" b="0">
                <a:solidFill>
                  <a:srgbClr val="17252F"/>
                </a:solidFill>
                <a:latin typeface="Nimbus Sans"/>
                <a:ea typeface="Nimbus Sans"/>
                <a:cs typeface="Nimbus Sans"/>
              </a:defRPr>
            </a:lvl7pPr>
            <a:lvl8pPr>
              <a:defRPr sz="1950" b="0">
                <a:solidFill>
                  <a:srgbClr val="17252F"/>
                </a:solidFill>
                <a:latin typeface="Nimbus Sans"/>
                <a:ea typeface="Nimbus Sans"/>
                <a:cs typeface="Nimbus Sans"/>
              </a:defRPr>
            </a:lvl8pPr>
            <a:lvl9pPr>
              <a:defRPr sz="1950" b="0">
                <a:solidFill>
                  <a:srgbClr val="17252F"/>
                </a:solidFill>
                <a:latin typeface="Nimbus Sans"/>
                <a:ea typeface="Nimbus Sans"/>
                <a:cs typeface="Nimbus Sans"/>
              </a:defRPr>
            </a:lvl9pPr>
          </a:lstStyle>
          <a:p xmlns:a="http://schemas.openxmlformats.org/drawingml/2006/main">
            <a:pPr>
              <a:defRPr sz="1950" b="0">
                <a:solidFill>
                  <a:srgbClr val="17252F"/>
                </a:solidFill>
                <a:latin typeface="Nimbus Sans"/>
                <a:ea typeface="Nimbus Sans"/>
                <a:cs typeface="Nimbus Sans"/>
              </a:defRPr>
            </a:pPr>
            <a:r>
              <a:rPr sz="1950" b="0">
                <a:solidFill>
                  <a:srgbClr val="17252F"/>
                </a:solidFill>
                <a:latin typeface="Nimbus Sans"/>
                <a:ea typeface="Nimbus Sans"/>
                <a:cs typeface="Nimbus Sans"/>
              </a:rPr>
              <a:t>Persistente Nachricht in einer dauerhaften Queue</a:t>
            </a:r>
          </a:p>
        </p:txBody>
      </p:sp>
      <p:sp>
        <p:nvSpPr>
          <p:cNvPr id="9" name="text-8">
            <a:extLst xmlns:a="http://schemas.openxmlformats.org/drawingml/2006/main">
              <a:ext uri="{FF2B5EF4-FFF2-40B4-BE49-F238E27FC236}">
                <a16:creationId xmlns:a16="http://schemas.microsoft.com/office/drawing/2014/main" id="{A4EBFEA8-3187-4D25-BD75-9527916483DA}"/>
              </a:ext>
            </a:extLst>
          </p:cNvPr>
          <p:cNvSpPr>
            <a:spLocks xmlns:a="http://schemas.openxmlformats.org/drawingml/2006/main" noGrp="1"/>
          </p:cNvSpPr>
          <p:nvPr/>
        </p:nvSpPr>
        <p:spPr>
          <a:xfrm xmlns:a="http://schemas.openxmlformats.org/drawingml/2006/main">
            <a:off x="666750" y="5286375"/>
            <a:ext cx="1085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2175" b="1">
                <a:solidFill>
                  <a:srgbClr val="176B78"/>
                </a:solidFill>
                <a:latin typeface="Nimbus Sans"/>
                <a:ea typeface="Nimbus Sans"/>
                <a:cs typeface="Nimbus Sans"/>
              </a:defRPr>
            </a:defPPr>
            <a:lvl1pPr>
              <a:defRPr sz="2175" b="1">
                <a:solidFill>
                  <a:srgbClr val="176B78"/>
                </a:solidFill>
                <a:latin typeface="Nimbus Sans"/>
                <a:ea typeface="Nimbus Sans"/>
                <a:cs typeface="Nimbus Sans"/>
              </a:defRPr>
            </a:lvl1pPr>
            <a:lvl2pPr>
              <a:defRPr sz="2175" b="1">
                <a:solidFill>
                  <a:srgbClr val="176B78"/>
                </a:solidFill>
                <a:latin typeface="Nimbus Sans"/>
                <a:ea typeface="Nimbus Sans"/>
                <a:cs typeface="Nimbus Sans"/>
              </a:defRPr>
            </a:lvl2pPr>
            <a:lvl3pPr>
              <a:defRPr sz="2175" b="1">
                <a:solidFill>
                  <a:srgbClr val="176B78"/>
                </a:solidFill>
                <a:latin typeface="Nimbus Sans"/>
                <a:ea typeface="Nimbus Sans"/>
                <a:cs typeface="Nimbus Sans"/>
              </a:defRPr>
            </a:lvl3pPr>
            <a:lvl4pPr>
              <a:defRPr sz="2175" b="1">
                <a:solidFill>
                  <a:srgbClr val="176B78"/>
                </a:solidFill>
                <a:latin typeface="Nimbus Sans"/>
                <a:ea typeface="Nimbus Sans"/>
                <a:cs typeface="Nimbus Sans"/>
              </a:defRPr>
            </a:lvl4pPr>
            <a:lvl5pPr>
              <a:defRPr sz="2175" b="1">
                <a:solidFill>
                  <a:srgbClr val="176B78"/>
                </a:solidFill>
                <a:latin typeface="Nimbus Sans"/>
                <a:ea typeface="Nimbus Sans"/>
                <a:cs typeface="Nimbus Sans"/>
              </a:defRPr>
            </a:lvl5pPr>
            <a:lvl6pPr>
              <a:defRPr sz="2175" b="1">
                <a:solidFill>
                  <a:srgbClr val="176B78"/>
                </a:solidFill>
                <a:latin typeface="Nimbus Sans"/>
                <a:ea typeface="Nimbus Sans"/>
                <a:cs typeface="Nimbus Sans"/>
              </a:defRPr>
            </a:lvl6pPr>
            <a:lvl7pPr>
              <a:defRPr sz="2175" b="1">
                <a:solidFill>
                  <a:srgbClr val="176B78"/>
                </a:solidFill>
                <a:latin typeface="Nimbus Sans"/>
                <a:ea typeface="Nimbus Sans"/>
                <a:cs typeface="Nimbus Sans"/>
              </a:defRPr>
            </a:lvl7pPr>
            <a:lvl8pPr>
              <a:defRPr sz="2175" b="1">
                <a:solidFill>
                  <a:srgbClr val="176B78"/>
                </a:solidFill>
                <a:latin typeface="Nimbus Sans"/>
                <a:ea typeface="Nimbus Sans"/>
                <a:cs typeface="Nimbus Sans"/>
              </a:defRPr>
            </a:lvl8pPr>
            <a:lvl9pPr>
              <a:defRPr sz="2175" b="1">
                <a:solidFill>
                  <a:srgbClr val="176B78"/>
                </a:solidFill>
                <a:latin typeface="Nimbus Sans"/>
                <a:ea typeface="Nimbus Sans"/>
                <a:cs typeface="Nimbus Sans"/>
              </a:defRPr>
            </a:lvl9pPr>
          </a:lstStyle>
          <a:p xmlns:a="http://schemas.openxmlformats.org/drawingml/2006/main">
            <a:pPr>
              <a:defRPr sz="2175" b="1">
                <a:solidFill>
                  <a:srgbClr val="176B78"/>
                </a:solidFill>
                <a:latin typeface="Nimbus Sans"/>
                <a:ea typeface="Nimbus Sans"/>
                <a:cs typeface="Nimbus Sans"/>
              </a:defRPr>
            </a:pPr>
            <a:r>
              <a:rPr sz="2175" b="1">
                <a:solidFill>
                  <a:srgbClr val="176B78"/>
                </a:solidFill>
                <a:latin typeface="Nimbus Sans"/>
                <a:ea typeface="Nimbus Sans"/>
                <a:cs typeface="Nimbus Sans"/>
              </a:rPr>
              <a:t>Retry mit Exponential Backoff</a:t>
            </a:r>
          </a:p>
        </p:txBody>
      </p:sp>
      <p:sp>
        <p:nvSpPr>
          <p:cNvPr id="10" name="text-9">
            <a:extLst xmlns:a="http://schemas.openxmlformats.org/drawingml/2006/main">
              <a:ext uri="{FF2B5EF4-FFF2-40B4-BE49-F238E27FC236}">
                <a16:creationId xmlns:a16="http://schemas.microsoft.com/office/drawing/2014/main" id="{0458A867-3117-4D93-B391-69AFA22775BA}"/>
              </a:ext>
            </a:extLst>
          </p:cNvPr>
          <p:cNvSpPr>
            <a:spLocks xmlns:a="http://schemas.openxmlformats.org/drawingml/2006/main" noGrp="1"/>
          </p:cNvSpPr>
          <p:nvPr/>
        </p:nvSpPr>
        <p:spPr>
          <a:xfrm xmlns:a="http://schemas.openxmlformats.org/drawingml/2006/main">
            <a:off x="666750" y="5781675"/>
            <a:ext cx="619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2400" b="1">
                <a:solidFill>
                  <a:srgbClr val="17252F"/>
                </a:solidFill>
                <a:latin typeface="Nimbus Sans"/>
                <a:ea typeface="Nimbus Sans"/>
                <a:cs typeface="Nimbus Sans"/>
              </a:defRPr>
            </a:defPPr>
            <a:lvl1pPr>
              <a:defRPr sz="2400" b="1">
                <a:solidFill>
                  <a:srgbClr val="17252F"/>
                </a:solidFill>
                <a:latin typeface="Nimbus Sans"/>
                <a:ea typeface="Nimbus Sans"/>
                <a:cs typeface="Nimbus Sans"/>
              </a:defRPr>
            </a:lvl1pPr>
            <a:lvl2pPr>
              <a:defRPr sz="2400" b="1">
                <a:solidFill>
                  <a:srgbClr val="17252F"/>
                </a:solidFill>
                <a:latin typeface="Nimbus Sans"/>
                <a:ea typeface="Nimbus Sans"/>
                <a:cs typeface="Nimbus Sans"/>
              </a:defRPr>
            </a:lvl2pPr>
            <a:lvl3pPr>
              <a:defRPr sz="2400" b="1">
                <a:solidFill>
                  <a:srgbClr val="17252F"/>
                </a:solidFill>
                <a:latin typeface="Nimbus Sans"/>
                <a:ea typeface="Nimbus Sans"/>
                <a:cs typeface="Nimbus Sans"/>
              </a:defRPr>
            </a:lvl3pPr>
            <a:lvl4pPr>
              <a:defRPr sz="2400" b="1">
                <a:solidFill>
                  <a:srgbClr val="17252F"/>
                </a:solidFill>
                <a:latin typeface="Nimbus Sans"/>
                <a:ea typeface="Nimbus Sans"/>
                <a:cs typeface="Nimbus Sans"/>
              </a:defRPr>
            </a:lvl4pPr>
            <a:lvl5pPr>
              <a:defRPr sz="2400" b="1">
                <a:solidFill>
                  <a:srgbClr val="17252F"/>
                </a:solidFill>
                <a:latin typeface="Nimbus Sans"/>
                <a:ea typeface="Nimbus Sans"/>
                <a:cs typeface="Nimbus Sans"/>
              </a:defRPr>
            </a:lvl5pPr>
            <a:lvl6pPr>
              <a:defRPr sz="2400" b="1">
                <a:solidFill>
                  <a:srgbClr val="17252F"/>
                </a:solidFill>
                <a:latin typeface="Nimbus Sans"/>
                <a:ea typeface="Nimbus Sans"/>
                <a:cs typeface="Nimbus Sans"/>
              </a:defRPr>
            </a:lvl6pPr>
            <a:lvl7pPr>
              <a:defRPr sz="2400" b="1">
                <a:solidFill>
                  <a:srgbClr val="17252F"/>
                </a:solidFill>
                <a:latin typeface="Nimbus Sans"/>
                <a:ea typeface="Nimbus Sans"/>
                <a:cs typeface="Nimbus Sans"/>
              </a:defRPr>
            </a:lvl7pPr>
            <a:lvl8pPr>
              <a:defRPr sz="2400" b="1">
                <a:solidFill>
                  <a:srgbClr val="17252F"/>
                </a:solidFill>
                <a:latin typeface="Nimbus Sans"/>
                <a:ea typeface="Nimbus Sans"/>
                <a:cs typeface="Nimbus Sans"/>
              </a:defRPr>
            </a:lvl8pPr>
            <a:lvl9pPr>
              <a:defRPr sz="2400" b="1">
                <a:solidFill>
                  <a:srgbClr val="17252F"/>
                </a:solidFill>
                <a:latin typeface="Nimbus Sans"/>
                <a:ea typeface="Nimbus Sans"/>
                <a:cs typeface="Nimbus Sans"/>
              </a:defRPr>
            </a:lvl9pPr>
          </a:lstStyle>
          <a:p xmlns:a="http://schemas.openxmlformats.org/drawingml/2006/main">
            <a:pPr>
              <a:defRPr sz="2400" b="1">
                <a:solidFill>
                  <a:srgbClr val="17252F"/>
                </a:solidFill>
                <a:latin typeface="Nimbus Sans"/>
                <a:ea typeface="Nimbus Sans"/>
                <a:cs typeface="Nimbus Sans"/>
              </a:defRPr>
            </a:pPr>
            <a:r>
              <a:rPr sz="2400" b="1">
                <a:solidFill>
                  <a:srgbClr val="17252F"/>
                </a:solidFill>
                <a:latin typeface="Nimbus Sans"/>
                <a:ea typeface="Nimbus Sans"/>
                <a:cs typeface="Nimbus Sans"/>
              </a:rPr>
              <a:t>1 s    2 s    4 s    8 s    10 s</a:t>
            </a:r>
          </a:p>
        </p:txBody>
      </p:sp>
    </p:spTree>
    <p:extLst>
      <p:ext uri="{BB962C8B-B14F-4D97-AF65-F5344CB8AC3E}">
        <p14:creationId xmlns:p14="http://schemas.microsoft.com/office/powerpoint/2010/main" val="23871966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010CAC6D-691F-44ED-A6CE-910C524C7E94}"/>
              </a:ext>
            </a:extLst>
          </p:cNvPr>
          <p:cNvSpPr>
            <a:spLocks xmlns:a="http://schemas.openxmlformats.org/drawingml/2006/main" noGrp="1"/>
          </p:cNvSpPr>
          <p:nvPr/>
        </p:nvSpPr>
        <p:spPr>
          <a:xfrm xmlns:a="http://schemas.openxmlformats.org/drawingml/2006/main">
            <a:off x="666750" y="523875"/>
            <a:ext cx="10858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3225" b="1">
                <a:solidFill>
                  <a:srgbClr val="17252F"/>
                </a:solidFill>
                <a:latin typeface="Nimbus Sans"/>
                <a:ea typeface="Nimbus Sans"/>
                <a:cs typeface="Nimbus Sans"/>
              </a:defRPr>
            </a:defPPr>
            <a:lvl1pPr>
              <a:defRPr sz="3225" b="1">
                <a:solidFill>
                  <a:srgbClr val="17252F"/>
                </a:solidFill>
                <a:latin typeface="Nimbus Sans"/>
                <a:ea typeface="Nimbus Sans"/>
                <a:cs typeface="Nimbus Sans"/>
              </a:defRPr>
            </a:lvl1pPr>
            <a:lvl2pPr>
              <a:defRPr sz="3225" b="1">
                <a:solidFill>
                  <a:srgbClr val="17252F"/>
                </a:solidFill>
                <a:latin typeface="Nimbus Sans"/>
                <a:ea typeface="Nimbus Sans"/>
                <a:cs typeface="Nimbus Sans"/>
              </a:defRPr>
            </a:lvl2pPr>
            <a:lvl3pPr>
              <a:defRPr sz="3225" b="1">
                <a:solidFill>
                  <a:srgbClr val="17252F"/>
                </a:solidFill>
                <a:latin typeface="Nimbus Sans"/>
                <a:ea typeface="Nimbus Sans"/>
                <a:cs typeface="Nimbus Sans"/>
              </a:defRPr>
            </a:lvl3pPr>
            <a:lvl4pPr>
              <a:defRPr sz="3225" b="1">
                <a:solidFill>
                  <a:srgbClr val="17252F"/>
                </a:solidFill>
                <a:latin typeface="Nimbus Sans"/>
                <a:ea typeface="Nimbus Sans"/>
                <a:cs typeface="Nimbus Sans"/>
              </a:defRPr>
            </a:lvl4pPr>
            <a:lvl5pPr>
              <a:defRPr sz="3225" b="1">
                <a:solidFill>
                  <a:srgbClr val="17252F"/>
                </a:solidFill>
                <a:latin typeface="Nimbus Sans"/>
                <a:ea typeface="Nimbus Sans"/>
                <a:cs typeface="Nimbus Sans"/>
              </a:defRPr>
            </a:lvl5pPr>
            <a:lvl6pPr>
              <a:defRPr sz="3225" b="1">
                <a:solidFill>
                  <a:srgbClr val="17252F"/>
                </a:solidFill>
                <a:latin typeface="Nimbus Sans"/>
                <a:ea typeface="Nimbus Sans"/>
                <a:cs typeface="Nimbus Sans"/>
              </a:defRPr>
            </a:lvl6pPr>
            <a:lvl7pPr>
              <a:defRPr sz="3225" b="1">
                <a:solidFill>
                  <a:srgbClr val="17252F"/>
                </a:solidFill>
                <a:latin typeface="Nimbus Sans"/>
                <a:ea typeface="Nimbus Sans"/>
                <a:cs typeface="Nimbus Sans"/>
              </a:defRPr>
            </a:lvl7pPr>
            <a:lvl8pPr>
              <a:defRPr sz="3225" b="1">
                <a:solidFill>
                  <a:srgbClr val="17252F"/>
                </a:solidFill>
                <a:latin typeface="Nimbus Sans"/>
                <a:ea typeface="Nimbus Sans"/>
                <a:cs typeface="Nimbus Sans"/>
              </a:defRPr>
            </a:lvl8pPr>
            <a:lvl9pPr>
              <a:defRPr sz="3225" b="1">
                <a:solidFill>
                  <a:srgbClr val="17252F"/>
                </a:solidFill>
                <a:latin typeface="Nimbus Sans"/>
                <a:ea typeface="Nimbus Sans"/>
                <a:cs typeface="Nimbus Sans"/>
              </a:defRPr>
            </a:lvl9pPr>
          </a:lstStyle>
          <a:p xmlns:a="http://schemas.openxmlformats.org/drawingml/2006/main">
            <a:pPr>
              <a:defRPr sz="3225" b="1">
                <a:solidFill>
                  <a:srgbClr val="17252F"/>
                </a:solidFill>
                <a:latin typeface="Nimbus Sans"/>
                <a:ea typeface="Nimbus Sans"/>
                <a:cs typeface="Nimbus Sans"/>
              </a:defRPr>
            </a:pPr>
            <a:r>
              <a:rPr sz="3225" b="1">
                <a:solidFill>
                  <a:srgbClr val="17252F"/>
                </a:solidFill>
                <a:latin typeface="Nimbus Sans"/>
                <a:ea typeface="Nimbus Sans"/>
                <a:cs typeface="Nimbus Sans"/>
              </a:rPr>
              <a:t>Analyse in 10-Sekunden-Fenstern</a:t>
            </a:r>
          </a:p>
        </p:txBody>
      </p:sp>
      <p:sp>
        <p:nvSpPr>
          <p:cNvPr id="2" name="text-1">
            <a:extLst xmlns:a="http://schemas.openxmlformats.org/drawingml/2006/main">
              <a:ext uri="{FF2B5EF4-FFF2-40B4-BE49-F238E27FC236}">
                <a16:creationId xmlns:a16="http://schemas.microsoft.com/office/drawing/2014/main" id="{3E245432-CCBB-41CC-965E-47C96C18C717}"/>
              </a:ext>
            </a:extLst>
          </p:cNvPr>
          <p:cNvSpPr>
            <a:spLocks xmlns:a="http://schemas.openxmlformats.org/drawingml/2006/main" noGrp="1"/>
          </p:cNvSpPr>
          <p:nvPr/>
        </p:nvSpPr>
        <p:spPr>
          <a:xfrm xmlns:a="http://schemas.openxmlformats.org/drawingml/2006/main">
            <a:off x="9620250" y="63246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1350" b="0">
                <a:solidFill>
                  <a:srgbClr val="52616B"/>
                </a:solidFill>
                <a:latin typeface="Nimbus Sans"/>
                <a:ea typeface="Nimbus Sans"/>
                <a:cs typeface="Nimbus Sans"/>
              </a:defRPr>
            </a:defPPr>
            <a:lvl1pPr>
              <a:defRPr sz="1350" b="0">
                <a:solidFill>
                  <a:srgbClr val="52616B"/>
                </a:solidFill>
                <a:latin typeface="Nimbus Sans"/>
                <a:ea typeface="Nimbus Sans"/>
                <a:cs typeface="Nimbus Sans"/>
              </a:defRPr>
            </a:lvl1pPr>
            <a:lvl2pPr>
              <a:defRPr sz="1350" b="0">
                <a:solidFill>
                  <a:srgbClr val="52616B"/>
                </a:solidFill>
                <a:latin typeface="Nimbus Sans"/>
                <a:ea typeface="Nimbus Sans"/>
                <a:cs typeface="Nimbus Sans"/>
              </a:defRPr>
            </a:lvl2pPr>
            <a:lvl3pPr>
              <a:defRPr sz="1350" b="0">
                <a:solidFill>
                  <a:srgbClr val="52616B"/>
                </a:solidFill>
                <a:latin typeface="Nimbus Sans"/>
                <a:ea typeface="Nimbus Sans"/>
                <a:cs typeface="Nimbus Sans"/>
              </a:defRPr>
            </a:lvl3pPr>
            <a:lvl4pPr>
              <a:defRPr sz="1350" b="0">
                <a:solidFill>
                  <a:srgbClr val="52616B"/>
                </a:solidFill>
                <a:latin typeface="Nimbus Sans"/>
                <a:ea typeface="Nimbus Sans"/>
                <a:cs typeface="Nimbus Sans"/>
              </a:defRPr>
            </a:lvl4pPr>
            <a:lvl5pPr>
              <a:defRPr sz="1350" b="0">
                <a:solidFill>
                  <a:srgbClr val="52616B"/>
                </a:solidFill>
                <a:latin typeface="Nimbus Sans"/>
                <a:ea typeface="Nimbus Sans"/>
                <a:cs typeface="Nimbus Sans"/>
              </a:defRPr>
            </a:lvl5pPr>
            <a:lvl6pPr>
              <a:defRPr sz="1350" b="0">
                <a:solidFill>
                  <a:srgbClr val="52616B"/>
                </a:solidFill>
                <a:latin typeface="Nimbus Sans"/>
                <a:ea typeface="Nimbus Sans"/>
                <a:cs typeface="Nimbus Sans"/>
              </a:defRPr>
            </a:lvl6pPr>
            <a:lvl7pPr>
              <a:defRPr sz="1350" b="0">
                <a:solidFill>
                  <a:srgbClr val="52616B"/>
                </a:solidFill>
                <a:latin typeface="Nimbus Sans"/>
                <a:ea typeface="Nimbus Sans"/>
                <a:cs typeface="Nimbus Sans"/>
              </a:defRPr>
            </a:lvl7pPr>
            <a:lvl8pPr>
              <a:defRPr sz="1350" b="0">
                <a:solidFill>
                  <a:srgbClr val="52616B"/>
                </a:solidFill>
                <a:latin typeface="Nimbus Sans"/>
                <a:ea typeface="Nimbus Sans"/>
                <a:cs typeface="Nimbus Sans"/>
              </a:defRPr>
            </a:lvl8pPr>
            <a:lvl9pPr>
              <a:defRPr sz="1350" b="0">
                <a:solidFill>
                  <a:srgbClr val="52616B"/>
                </a:solidFill>
                <a:latin typeface="Nimbus Sans"/>
                <a:ea typeface="Nimbus Sans"/>
                <a:cs typeface="Nimbus Sans"/>
              </a:defRPr>
            </a:lvl9pPr>
          </a:lstStyle>
          <a:p xmlns:a="http://schemas.openxmlformats.org/drawingml/2006/main">
            <a:pPr>
              <a:defRPr sz="1350" b="0">
                <a:solidFill>
                  <a:srgbClr val="52616B"/>
                </a:solidFill>
                <a:latin typeface="Nimbus Sans"/>
                <a:ea typeface="Nimbus Sans"/>
                <a:cs typeface="Nimbus Sans"/>
              </a:defRPr>
            </a:pPr>
            <a:r>
              <a:rPr sz="1350" b="0">
                <a:solidFill>
                  <a:srgbClr val="52616B"/>
                </a:solidFill>
                <a:latin typeface="Nimbus Sans"/>
                <a:ea typeface="Nimbus Sans"/>
                <a:cs typeface="Nimbus Sans"/>
              </a:rPr>
              <a:t>05</a:t>
            </a:r>
          </a:p>
        </p:txBody>
      </p:sp>
      <p:sp>
        <p:nvSpPr>
          <p:cNvPr id="3" name="text-2">
            <a:extLst xmlns:a="http://schemas.openxmlformats.org/drawingml/2006/main">
              <a:ext uri="{FF2B5EF4-FFF2-40B4-BE49-F238E27FC236}">
                <a16:creationId xmlns:a16="http://schemas.microsoft.com/office/drawing/2014/main" id="{0162D5F1-A50A-427A-8BCD-7E63E6BC5AD2}"/>
              </a:ext>
            </a:extLst>
          </p:cNvPr>
          <p:cNvSpPr>
            <a:spLocks xmlns:a="http://schemas.openxmlformats.org/drawingml/2006/main" noGrp="1"/>
          </p:cNvSpPr>
          <p:nvPr/>
        </p:nvSpPr>
        <p:spPr>
          <a:xfrm xmlns:a="http://schemas.openxmlformats.org/drawingml/2006/main">
            <a:off x="666750" y="1666875"/>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2100" b="1">
                <a:solidFill>
                  <a:srgbClr val="176B78"/>
                </a:solidFill>
                <a:latin typeface="Nimbus Sans"/>
                <a:ea typeface="Nimbus Sans"/>
                <a:cs typeface="Nimbus Sans"/>
              </a:defRPr>
            </a:defPPr>
            <a:lvl1pPr>
              <a:defRPr sz="2100" b="1">
                <a:solidFill>
                  <a:srgbClr val="176B78"/>
                </a:solidFill>
                <a:latin typeface="Nimbus Sans"/>
                <a:ea typeface="Nimbus Sans"/>
                <a:cs typeface="Nimbus Sans"/>
              </a:defRPr>
            </a:lvl1pPr>
            <a:lvl2pPr>
              <a:defRPr sz="2100" b="1">
                <a:solidFill>
                  <a:srgbClr val="176B78"/>
                </a:solidFill>
                <a:latin typeface="Nimbus Sans"/>
                <a:ea typeface="Nimbus Sans"/>
                <a:cs typeface="Nimbus Sans"/>
              </a:defRPr>
            </a:lvl2pPr>
            <a:lvl3pPr>
              <a:defRPr sz="2100" b="1">
                <a:solidFill>
                  <a:srgbClr val="176B78"/>
                </a:solidFill>
                <a:latin typeface="Nimbus Sans"/>
                <a:ea typeface="Nimbus Sans"/>
                <a:cs typeface="Nimbus Sans"/>
              </a:defRPr>
            </a:lvl3pPr>
            <a:lvl4pPr>
              <a:defRPr sz="2100" b="1">
                <a:solidFill>
                  <a:srgbClr val="176B78"/>
                </a:solidFill>
                <a:latin typeface="Nimbus Sans"/>
                <a:ea typeface="Nimbus Sans"/>
                <a:cs typeface="Nimbus Sans"/>
              </a:defRPr>
            </a:lvl4pPr>
            <a:lvl5pPr>
              <a:defRPr sz="2100" b="1">
                <a:solidFill>
                  <a:srgbClr val="176B78"/>
                </a:solidFill>
                <a:latin typeface="Nimbus Sans"/>
                <a:ea typeface="Nimbus Sans"/>
                <a:cs typeface="Nimbus Sans"/>
              </a:defRPr>
            </a:lvl5pPr>
            <a:lvl6pPr>
              <a:defRPr sz="2100" b="1">
                <a:solidFill>
                  <a:srgbClr val="176B78"/>
                </a:solidFill>
                <a:latin typeface="Nimbus Sans"/>
                <a:ea typeface="Nimbus Sans"/>
                <a:cs typeface="Nimbus Sans"/>
              </a:defRPr>
            </a:lvl6pPr>
            <a:lvl7pPr>
              <a:defRPr sz="2100" b="1">
                <a:solidFill>
                  <a:srgbClr val="176B78"/>
                </a:solidFill>
                <a:latin typeface="Nimbus Sans"/>
                <a:ea typeface="Nimbus Sans"/>
                <a:cs typeface="Nimbus Sans"/>
              </a:defRPr>
            </a:lvl7pPr>
            <a:lvl8pPr>
              <a:defRPr sz="2100" b="1">
                <a:solidFill>
                  <a:srgbClr val="176B78"/>
                </a:solidFill>
                <a:latin typeface="Nimbus Sans"/>
                <a:ea typeface="Nimbus Sans"/>
                <a:cs typeface="Nimbus Sans"/>
              </a:defRPr>
            </a:lvl8pPr>
            <a:lvl9pPr>
              <a:defRPr sz="2100" b="1">
                <a:solidFill>
                  <a:srgbClr val="176B78"/>
                </a:solidFill>
                <a:latin typeface="Nimbus Sans"/>
                <a:ea typeface="Nimbus Sans"/>
                <a:cs typeface="Nimbus Sans"/>
              </a:defRPr>
            </a:lvl9pPr>
          </a:lstStyle>
          <a:p xmlns:a="http://schemas.openxmlformats.org/drawingml/2006/main">
            <a:pPr>
              <a:defRPr sz="2100" b="1">
                <a:solidFill>
                  <a:srgbClr val="176B78"/>
                </a:solidFill>
                <a:latin typeface="Nimbus Sans"/>
                <a:ea typeface="Nimbus Sans"/>
                <a:cs typeface="Nimbus Sans"/>
              </a:defRPr>
            </a:pPr>
            <a:r>
              <a:rPr sz="2100" b="1">
                <a:solidFill>
                  <a:srgbClr val="176B78"/>
                </a:solidFill>
                <a:latin typeface="Nimbus Sans"/>
                <a:ea typeface="Nimbus Sans"/>
                <a:cs typeface="Nimbus Sans"/>
              </a:rPr>
              <a:t>Validierung vor der Verarbeitung</a:t>
            </a:r>
          </a:p>
        </p:txBody>
      </p:sp>
      <p:sp>
        <p:nvSpPr>
          <p:cNvPr id="4" name="text-3">
            <a:extLst xmlns:a="http://schemas.openxmlformats.org/drawingml/2006/main">
              <a:ext uri="{FF2B5EF4-FFF2-40B4-BE49-F238E27FC236}">
                <a16:creationId xmlns:a16="http://schemas.microsoft.com/office/drawing/2014/main" id="{AF67E22A-8564-42E1-BA96-EAF033DFB466}"/>
              </a:ext>
            </a:extLst>
          </p:cNvPr>
          <p:cNvSpPr>
            <a:spLocks xmlns:a="http://schemas.openxmlformats.org/drawingml/2006/main" noGrp="1"/>
          </p:cNvSpPr>
          <p:nvPr/>
        </p:nvSpPr>
        <p:spPr>
          <a:xfrm xmlns:a="http://schemas.openxmlformats.org/drawingml/2006/main">
            <a:off x="666750" y="2124075"/>
            <a:ext cx="1057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2025" b="0">
                <a:solidFill>
                  <a:srgbClr val="17252F"/>
                </a:solidFill>
                <a:latin typeface="Nimbus Sans"/>
                <a:ea typeface="Nimbus Sans"/>
                <a:cs typeface="Nimbus Sans"/>
              </a:defRPr>
            </a:defPPr>
            <a:lvl1pPr>
              <a:defRPr sz="2025" b="0">
                <a:solidFill>
                  <a:srgbClr val="17252F"/>
                </a:solidFill>
                <a:latin typeface="Nimbus Sans"/>
                <a:ea typeface="Nimbus Sans"/>
                <a:cs typeface="Nimbus Sans"/>
              </a:defRPr>
            </a:lvl1pPr>
            <a:lvl2pPr>
              <a:defRPr sz="2025" b="0">
                <a:solidFill>
                  <a:srgbClr val="17252F"/>
                </a:solidFill>
                <a:latin typeface="Nimbus Sans"/>
                <a:ea typeface="Nimbus Sans"/>
                <a:cs typeface="Nimbus Sans"/>
              </a:defRPr>
            </a:lvl2pPr>
            <a:lvl3pPr>
              <a:defRPr sz="2025" b="0">
                <a:solidFill>
                  <a:srgbClr val="17252F"/>
                </a:solidFill>
                <a:latin typeface="Nimbus Sans"/>
                <a:ea typeface="Nimbus Sans"/>
                <a:cs typeface="Nimbus Sans"/>
              </a:defRPr>
            </a:lvl3pPr>
            <a:lvl4pPr>
              <a:defRPr sz="2025" b="0">
                <a:solidFill>
                  <a:srgbClr val="17252F"/>
                </a:solidFill>
                <a:latin typeface="Nimbus Sans"/>
                <a:ea typeface="Nimbus Sans"/>
                <a:cs typeface="Nimbus Sans"/>
              </a:defRPr>
            </a:lvl4pPr>
            <a:lvl5pPr>
              <a:defRPr sz="2025" b="0">
                <a:solidFill>
                  <a:srgbClr val="17252F"/>
                </a:solidFill>
                <a:latin typeface="Nimbus Sans"/>
                <a:ea typeface="Nimbus Sans"/>
                <a:cs typeface="Nimbus Sans"/>
              </a:defRPr>
            </a:lvl5pPr>
            <a:lvl6pPr>
              <a:defRPr sz="2025" b="0">
                <a:solidFill>
                  <a:srgbClr val="17252F"/>
                </a:solidFill>
                <a:latin typeface="Nimbus Sans"/>
                <a:ea typeface="Nimbus Sans"/>
                <a:cs typeface="Nimbus Sans"/>
              </a:defRPr>
            </a:lvl6pPr>
            <a:lvl7pPr>
              <a:defRPr sz="2025" b="0">
                <a:solidFill>
                  <a:srgbClr val="17252F"/>
                </a:solidFill>
                <a:latin typeface="Nimbus Sans"/>
                <a:ea typeface="Nimbus Sans"/>
                <a:cs typeface="Nimbus Sans"/>
              </a:defRPr>
            </a:lvl7pPr>
            <a:lvl8pPr>
              <a:defRPr sz="2025" b="0">
                <a:solidFill>
                  <a:srgbClr val="17252F"/>
                </a:solidFill>
                <a:latin typeface="Nimbus Sans"/>
                <a:ea typeface="Nimbus Sans"/>
                <a:cs typeface="Nimbus Sans"/>
              </a:defRPr>
            </a:lvl8pPr>
            <a:lvl9pPr>
              <a:defRPr sz="2025" b="0">
                <a:solidFill>
                  <a:srgbClr val="17252F"/>
                </a:solidFill>
                <a:latin typeface="Nimbus Sans"/>
                <a:ea typeface="Nimbus Sans"/>
                <a:cs typeface="Nimbus Sans"/>
              </a:defRPr>
            </a:lvl9pPr>
          </a:lstStyle>
          <a:p xmlns:a="http://schemas.openxmlformats.org/drawingml/2006/main">
            <a:pPr>
              <a:defRPr sz="2025" b="0">
                <a:solidFill>
                  <a:srgbClr val="17252F"/>
                </a:solidFill>
                <a:latin typeface="Nimbus Sans"/>
                <a:ea typeface="Nimbus Sans"/>
                <a:cs typeface="Nimbus Sans"/>
              </a:defRPr>
            </a:pPr>
            <a:r>
              <a:rPr sz="2025" b="0">
                <a:solidFill>
                  <a:srgbClr val="17252F"/>
                </a:solidFill>
                <a:latin typeface="Nimbus Sans"/>
                <a:ea typeface="Nimbus Sans"/>
                <a:cs typeface="Nimbus Sans"/>
              </a:rPr>
              <a:t>JSON-Objekt, Pflichtfelder, zulässiger Sensortyp, endlicher Zahlenwert und ISO-Zeitstempel.</a:t>
            </a:r>
          </a:p>
        </p:txBody>
      </p:sp>
      <p:sp>
        <p:nvSpPr>
          <p:cNvPr id="5" name="text-4">
            <a:extLst xmlns:a="http://schemas.openxmlformats.org/drawingml/2006/main">
              <a:ext uri="{FF2B5EF4-FFF2-40B4-BE49-F238E27FC236}">
                <a16:creationId xmlns:a16="http://schemas.microsoft.com/office/drawing/2014/main" id="{BEFBB302-5239-4998-BB8E-F95569EE9FE6}"/>
              </a:ext>
            </a:extLst>
          </p:cNvPr>
          <p:cNvSpPr>
            <a:spLocks xmlns:a="http://schemas.openxmlformats.org/drawingml/2006/main" noGrp="1"/>
          </p:cNvSpPr>
          <p:nvPr/>
        </p:nvSpPr>
        <p:spPr>
          <a:xfrm xmlns:a="http://schemas.openxmlformats.org/drawingml/2006/main">
            <a:off x="666750" y="3190875"/>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2100" b="1">
                <a:solidFill>
                  <a:srgbClr val="176B78"/>
                </a:solidFill>
                <a:latin typeface="Nimbus Sans"/>
                <a:ea typeface="Nimbus Sans"/>
                <a:cs typeface="Nimbus Sans"/>
              </a:defRPr>
            </a:defPPr>
            <a:lvl1pPr>
              <a:defRPr sz="2100" b="1">
                <a:solidFill>
                  <a:srgbClr val="176B78"/>
                </a:solidFill>
                <a:latin typeface="Nimbus Sans"/>
                <a:ea typeface="Nimbus Sans"/>
                <a:cs typeface="Nimbus Sans"/>
              </a:defRPr>
            </a:lvl1pPr>
            <a:lvl2pPr>
              <a:defRPr sz="2100" b="1">
                <a:solidFill>
                  <a:srgbClr val="176B78"/>
                </a:solidFill>
                <a:latin typeface="Nimbus Sans"/>
                <a:ea typeface="Nimbus Sans"/>
                <a:cs typeface="Nimbus Sans"/>
              </a:defRPr>
            </a:lvl2pPr>
            <a:lvl3pPr>
              <a:defRPr sz="2100" b="1">
                <a:solidFill>
                  <a:srgbClr val="176B78"/>
                </a:solidFill>
                <a:latin typeface="Nimbus Sans"/>
                <a:ea typeface="Nimbus Sans"/>
                <a:cs typeface="Nimbus Sans"/>
              </a:defRPr>
            </a:lvl3pPr>
            <a:lvl4pPr>
              <a:defRPr sz="2100" b="1">
                <a:solidFill>
                  <a:srgbClr val="176B78"/>
                </a:solidFill>
                <a:latin typeface="Nimbus Sans"/>
                <a:ea typeface="Nimbus Sans"/>
                <a:cs typeface="Nimbus Sans"/>
              </a:defRPr>
            </a:lvl4pPr>
            <a:lvl5pPr>
              <a:defRPr sz="2100" b="1">
                <a:solidFill>
                  <a:srgbClr val="176B78"/>
                </a:solidFill>
                <a:latin typeface="Nimbus Sans"/>
                <a:ea typeface="Nimbus Sans"/>
                <a:cs typeface="Nimbus Sans"/>
              </a:defRPr>
            </a:lvl5pPr>
            <a:lvl6pPr>
              <a:defRPr sz="2100" b="1">
                <a:solidFill>
                  <a:srgbClr val="176B78"/>
                </a:solidFill>
                <a:latin typeface="Nimbus Sans"/>
                <a:ea typeface="Nimbus Sans"/>
                <a:cs typeface="Nimbus Sans"/>
              </a:defRPr>
            </a:lvl6pPr>
            <a:lvl7pPr>
              <a:defRPr sz="2100" b="1">
                <a:solidFill>
                  <a:srgbClr val="176B78"/>
                </a:solidFill>
                <a:latin typeface="Nimbus Sans"/>
                <a:ea typeface="Nimbus Sans"/>
                <a:cs typeface="Nimbus Sans"/>
              </a:defRPr>
            </a:lvl7pPr>
            <a:lvl8pPr>
              <a:defRPr sz="2100" b="1">
                <a:solidFill>
                  <a:srgbClr val="176B78"/>
                </a:solidFill>
                <a:latin typeface="Nimbus Sans"/>
                <a:ea typeface="Nimbus Sans"/>
                <a:cs typeface="Nimbus Sans"/>
              </a:defRPr>
            </a:lvl8pPr>
            <a:lvl9pPr>
              <a:defRPr sz="2100" b="1">
                <a:solidFill>
                  <a:srgbClr val="176B78"/>
                </a:solidFill>
                <a:latin typeface="Nimbus Sans"/>
                <a:ea typeface="Nimbus Sans"/>
                <a:cs typeface="Nimbus Sans"/>
              </a:defRPr>
            </a:lvl9pPr>
          </a:lstStyle>
          <a:p xmlns:a="http://schemas.openxmlformats.org/drawingml/2006/main">
            <a:pPr>
              <a:defRPr sz="2100" b="1">
                <a:solidFill>
                  <a:srgbClr val="176B78"/>
                </a:solidFill>
                <a:latin typeface="Nimbus Sans"/>
                <a:ea typeface="Nimbus Sans"/>
                <a:cs typeface="Nimbus Sans"/>
              </a:defRPr>
            </a:pPr>
            <a:r>
              <a:rPr sz="2100" b="1">
                <a:solidFill>
                  <a:srgbClr val="176B78"/>
                </a:solidFill>
                <a:latin typeface="Nimbus Sans"/>
                <a:ea typeface="Nimbus Sans"/>
                <a:cs typeface="Nimbus Sans"/>
              </a:rPr>
              <a:t>Aggregation je Sensortyp</a:t>
            </a:r>
          </a:p>
        </p:txBody>
      </p:sp>
      <p:sp>
        <p:nvSpPr>
          <p:cNvPr id="6" name="text-5">
            <a:extLst xmlns:a="http://schemas.openxmlformats.org/drawingml/2006/main">
              <a:ext uri="{FF2B5EF4-FFF2-40B4-BE49-F238E27FC236}">
                <a16:creationId xmlns:a16="http://schemas.microsoft.com/office/drawing/2014/main" id="{11225A0D-7208-45DF-99E7-1A66490E3D51}"/>
              </a:ext>
            </a:extLst>
          </p:cNvPr>
          <p:cNvSpPr>
            <a:spLocks xmlns:a="http://schemas.openxmlformats.org/drawingml/2006/main" noGrp="1"/>
          </p:cNvSpPr>
          <p:nvPr/>
        </p:nvSpPr>
        <p:spPr>
          <a:xfrm xmlns:a="http://schemas.openxmlformats.org/drawingml/2006/main">
            <a:off x="666750" y="3648075"/>
            <a:ext cx="1057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2025" b="0">
                <a:solidFill>
                  <a:srgbClr val="17252F"/>
                </a:solidFill>
                <a:latin typeface="Nimbus Sans"/>
                <a:ea typeface="Nimbus Sans"/>
                <a:cs typeface="Nimbus Sans"/>
              </a:defRPr>
            </a:defPPr>
            <a:lvl1pPr>
              <a:defRPr sz="2025" b="0">
                <a:solidFill>
                  <a:srgbClr val="17252F"/>
                </a:solidFill>
                <a:latin typeface="Nimbus Sans"/>
                <a:ea typeface="Nimbus Sans"/>
                <a:cs typeface="Nimbus Sans"/>
              </a:defRPr>
            </a:lvl1pPr>
            <a:lvl2pPr>
              <a:defRPr sz="2025" b="0">
                <a:solidFill>
                  <a:srgbClr val="17252F"/>
                </a:solidFill>
                <a:latin typeface="Nimbus Sans"/>
                <a:ea typeface="Nimbus Sans"/>
                <a:cs typeface="Nimbus Sans"/>
              </a:defRPr>
            </a:lvl2pPr>
            <a:lvl3pPr>
              <a:defRPr sz="2025" b="0">
                <a:solidFill>
                  <a:srgbClr val="17252F"/>
                </a:solidFill>
                <a:latin typeface="Nimbus Sans"/>
                <a:ea typeface="Nimbus Sans"/>
                <a:cs typeface="Nimbus Sans"/>
              </a:defRPr>
            </a:lvl3pPr>
            <a:lvl4pPr>
              <a:defRPr sz="2025" b="0">
                <a:solidFill>
                  <a:srgbClr val="17252F"/>
                </a:solidFill>
                <a:latin typeface="Nimbus Sans"/>
                <a:ea typeface="Nimbus Sans"/>
                <a:cs typeface="Nimbus Sans"/>
              </a:defRPr>
            </a:lvl4pPr>
            <a:lvl5pPr>
              <a:defRPr sz="2025" b="0">
                <a:solidFill>
                  <a:srgbClr val="17252F"/>
                </a:solidFill>
                <a:latin typeface="Nimbus Sans"/>
                <a:ea typeface="Nimbus Sans"/>
                <a:cs typeface="Nimbus Sans"/>
              </a:defRPr>
            </a:lvl5pPr>
            <a:lvl6pPr>
              <a:defRPr sz="2025" b="0">
                <a:solidFill>
                  <a:srgbClr val="17252F"/>
                </a:solidFill>
                <a:latin typeface="Nimbus Sans"/>
                <a:ea typeface="Nimbus Sans"/>
                <a:cs typeface="Nimbus Sans"/>
              </a:defRPr>
            </a:lvl6pPr>
            <a:lvl7pPr>
              <a:defRPr sz="2025" b="0">
                <a:solidFill>
                  <a:srgbClr val="17252F"/>
                </a:solidFill>
                <a:latin typeface="Nimbus Sans"/>
                <a:ea typeface="Nimbus Sans"/>
                <a:cs typeface="Nimbus Sans"/>
              </a:defRPr>
            </a:lvl7pPr>
            <a:lvl8pPr>
              <a:defRPr sz="2025" b="0">
                <a:solidFill>
                  <a:srgbClr val="17252F"/>
                </a:solidFill>
                <a:latin typeface="Nimbus Sans"/>
                <a:ea typeface="Nimbus Sans"/>
                <a:cs typeface="Nimbus Sans"/>
              </a:defRPr>
            </a:lvl8pPr>
            <a:lvl9pPr>
              <a:defRPr sz="2025" b="0">
                <a:solidFill>
                  <a:srgbClr val="17252F"/>
                </a:solidFill>
                <a:latin typeface="Nimbus Sans"/>
                <a:ea typeface="Nimbus Sans"/>
                <a:cs typeface="Nimbus Sans"/>
              </a:defRPr>
            </a:lvl9pPr>
          </a:lstStyle>
          <a:p xmlns:a="http://schemas.openxmlformats.org/drawingml/2006/main">
            <a:pPr>
              <a:defRPr sz="2025" b="0">
                <a:solidFill>
                  <a:srgbClr val="17252F"/>
                </a:solidFill>
                <a:latin typeface="Nimbus Sans"/>
                <a:ea typeface="Nimbus Sans"/>
                <a:cs typeface="Nimbus Sans"/>
              </a:defRPr>
            </a:pPr>
            <a:r>
              <a:rPr sz="2025" b="0">
                <a:solidFill>
                  <a:srgbClr val="17252F"/>
                </a:solidFill>
                <a:latin typeface="Nimbus Sans"/>
                <a:ea typeface="Nimbus Sans"/>
                <a:cs typeface="Nimbus Sans"/>
              </a:rPr>
              <a:t>Gültige Werte sammeln. Nach ungefähr 10 Sekunden Anzahl, Mittelwert, Minimum und Maximum ausgeben.</a:t>
            </a:r>
          </a:p>
        </p:txBody>
      </p:sp>
      <p:sp>
        <p:nvSpPr>
          <p:cNvPr id="7" name="text-6">
            <a:extLst xmlns:a="http://schemas.openxmlformats.org/drawingml/2006/main">
              <a:ext uri="{FF2B5EF4-FFF2-40B4-BE49-F238E27FC236}">
                <a16:creationId xmlns:a16="http://schemas.microsoft.com/office/drawing/2014/main" id="{23551B16-5074-4E9A-AB81-8F8279A155E3}"/>
              </a:ext>
            </a:extLst>
          </p:cNvPr>
          <p:cNvSpPr>
            <a:spLocks xmlns:a="http://schemas.openxmlformats.org/drawingml/2006/main" noGrp="1"/>
          </p:cNvSpPr>
          <p:nvPr/>
        </p:nvSpPr>
        <p:spPr>
          <a:xfrm xmlns:a="http://schemas.openxmlformats.org/drawingml/2006/main">
            <a:off x="666750" y="4714875"/>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2100" b="1">
                <a:solidFill>
                  <a:srgbClr val="176B78"/>
                </a:solidFill>
                <a:latin typeface="Nimbus Sans"/>
                <a:ea typeface="Nimbus Sans"/>
                <a:cs typeface="Nimbus Sans"/>
              </a:defRPr>
            </a:defPPr>
            <a:lvl1pPr>
              <a:defRPr sz="2100" b="1">
                <a:solidFill>
                  <a:srgbClr val="176B78"/>
                </a:solidFill>
                <a:latin typeface="Nimbus Sans"/>
                <a:ea typeface="Nimbus Sans"/>
                <a:cs typeface="Nimbus Sans"/>
              </a:defRPr>
            </a:lvl1pPr>
            <a:lvl2pPr>
              <a:defRPr sz="2100" b="1">
                <a:solidFill>
                  <a:srgbClr val="176B78"/>
                </a:solidFill>
                <a:latin typeface="Nimbus Sans"/>
                <a:ea typeface="Nimbus Sans"/>
                <a:cs typeface="Nimbus Sans"/>
              </a:defRPr>
            </a:lvl2pPr>
            <a:lvl3pPr>
              <a:defRPr sz="2100" b="1">
                <a:solidFill>
                  <a:srgbClr val="176B78"/>
                </a:solidFill>
                <a:latin typeface="Nimbus Sans"/>
                <a:ea typeface="Nimbus Sans"/>
                <a:cs typeface="Nimbus Sans"/>
              </a:defRPr>
            </a:lvl3pPr>
            <a:lvl4pPr>
              <a:defRPr sz="2100" b="1">
                <a:solidFill>
                  <a:srgbClr val="176B78"/>
                </a:solidFill>
                <a:latin typeface="Nimbus Sans"/>
                <a:ea typeface="Nimbus Sans"/>
                <a:cs typeface="Nimbus Sans"/>
              </a:defRPr>
            </a:lvl4pPr>
            <a:lvl5pPr>
              <a:defRPr sz="2100" b="1">
                <a:solidFill>
                  <a:srgbClr val="176B78"/>
                </a:solidFill>
                <a:latin typeface="Nimbus Sans"/>
                <a:ea typeface="Nimbus Sans"/>
                <a:cs typeface="Nimbus Sans"/>
              </a:defRPr>
            </a:lvl5pPr>
            <a:lvl6pPr>
              <a:defRPr sz="2100" b="1">
                <a:solidFill>
                  <a:srgbClr val="176B78"/>
                </a:solidFill>
                <a:latin typeface="Nimbus Sans"/>
                <a:ea typeface="Nimbus Sans"/>
                <a:cs typeface="Nimbus Sans"/>
              </a:defRPr>
            </a:lvl6pPr>
            <a:lvl7pPr>
              <a:defRPr sz="2100" b="1">
                <a:solidFill>
                  <a:srgbClr val="176B78"/>
                </a:solidFill>
                <a:latin typeface="Nimbus Sans"/>
                <a:ea typeface="Nimbus Sans"/>
                <a:cs typeface="Nimbus Sans"/>
              </a:defRPr>
            </a:lvl7pPr>
            <a:lvl8pPr>
              <a:defRPr sz="2100" b="1">
                <a:solidFill>
                  <a:srgbClr val="176B78"/>
                </a:solidFill>
                <a:latin typeface="Nimbus Sans"/>
                <a:ea typeface="Nimbus Sans"/>
                <a:cs typeface="Nimbus Sans"/>
              </a:defRPr>
            </a:lvl8pPr>
            <a:lvl9pPr>
              <a:defRPr sz="2100" b="1">
                <a:solidFill>
                  <a:srgbClr val="176B78"/>
                </a:solidFill>
                <a:latin typeface="Nimbus Sans"/>
                <a:ea typeface="Nimbus Sans"/>
                <a:cs typeface="Nimbus Sans"/>
              </a:defRPr>
            </a:lvl9pPr>
          </a:lstStyle>
          <a:p xmlns:a="http://schemas.openxmlformats.org/drawingml/2006/main">
            <a:pPr>
              <a:defRPr sz="2100" b="1">
                <a:solidFill>
                  <a:srgbClr val="176B78"/>
                </a:solidFill>
                <a:latin typeface="Nimbus Sans"/>
                <a:ea typeface="Nimbus Sans"/>
                <a:cs typeface="Nimbus Sans"/>
              </a:defRPr>
            </a:pPr>
            <a:r>
              <a:rPr sz="2100" b="1">
                <a:solidFill>
                  <a:srgbClr val="176B78"/>
                </a:solidFill>
                <a:latin typeface="Nimbus Sans"/>
                <a:ea typeface="Nimbus Sans"/>
                <a:cs typeface="Nimbus Sans"/>
              </a:rPr>
              <a:t>Zeitbezug</a:t>
            </a:r>
          </a:p>
        </p:txBody>
      </p:sp>
      <p:sp>
        <p:nvSpPr>
          <p:cNvPr id="8" name="text-7">
            <a:extLst xmlns:a="http://schemas.openxmlformats.org/drawingml/2006/main">
              <a:ext uri="{FF2B5EF4-FFF2-40B4-BE49-F238E27FC236}">
                <a16:creationId xmlns:a16="http://schemas.microsoft.com/office/drawing/2014/main" id="{0105C264-3284-4295-BBC6-D32F63A7284D}"/>
              </a:ext>
            </a:extLst>
          </p:cNvPr>
          <p:cNvSpPr>
            <a:spLocks xmlns:a="http://schemas.openxmlformats.org/drawingml/2006/main" noGrp="1"/>
          </p:cNvSpPr>
          <p:nvPr/>
        </p:nvSpPr>
        <p:spPr>
          <a:xfrm xmlns:a="http://schemas.openxmlformats.org/drawingml/2006/main">
            <a:off x="666750" y="5172075"/>
            <a:ext cx="1057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2025" b="0">
                <a:solidFill>
                  <a:srgbClr val="17252F"/>
                </a:solidFill>
                <a:latin typeface="Nimbus Sans"/>
                <a:ea typeface="Nimbus Sans"/>
                <a:cs typeface="Nimbus Sans"/>
              </a:defRPr>
            </a:defPPr>
            <a:lvl1pPr>
              <a:defRPr sz="2025" b="0">
                <a:solidFill>
                  <a:srgbClr val="17252F"/>
                </a:solidFill>
                <a:latin typeface="Nimbus Sans"/>
                <a:ea typeface="Nimbus Sans"/>
                <a:cs typeface="Nimbus Sans"/>
              </a:defRPr>
            </a:lvl1pPr>
            <a:lvl2pPr>
              <a:defRPr sz="2025" b="0">
                <a:solidFill>
                  <a:srgbClr val="17252F"/>
                </a:solidFill>
                <a:latin typeface="Nimbus Sans"/>
                <a:ea typeface="Nimbus Sans"/>
                <a:cs typeface="Nimbus Sans"/>
              </a:defRPr>
            </a:lvl2pPr>
            <a:lvl3pPr>
              <a:defRPr sz="2025" b="0">
                <a:solidFill>
                  <a:srgbClr val="17252F"/>
                </a:solidFill>
                <a:latin typeface="Nimbus Sans"/>
                <a:ea typeface="Nimbus Sans"/>
                <a:cs typeface="Nimbus Sans"/>
              </a:defRPr>
            </a:lvl3pPr>
            <a:lvl4pPr>
              <a:defRPr sz="2025" b="0">
                <a:solidFill>
                  <a:srgbClr val="17252F"/>
                </a:solidFill>
                <a:latin typeface="Nimbus Sans"/>
                <a:ea typeface="Nimbus Sans"/>
                <a:cs typeface="Nimbus Sans"/>
              </a:defRPr>
            </a:lvl4pPr>
            <a:lvl5pPr>
              <a:defRPr sz="2025" b="0">
                <a:solidFill>
                  <a:srgbClr val="17252F"/>
                </a:solidFill>
                <a:latin typeface="Nimbus Sans"/>
                <a:ea typeface="Nimbus Sans"/>
                <a:cs typeface="Nimbus Sans"/>
              </a:defRPr>
            </a:lvl5pPr>
            <a:lvl6pPr>
              <a:defRPr sz="2025" b="0">
                <a:solidFill>
                  <a:srgbClr val="17252F"/>
                </a:solidFill>
                <a:latin typeface="Nimbus Sans"/>
                <a:ea typeface="Nimbus Sans"/>
                <a:cs typeface="Nimbus Sans"/>
              </a:defRPr>
            </a:lvl6pPr>
            <a:lvl7pPr>
              <a:defRPr sz="2025" b="0">
                <a:solidFill>
                  <a:srgbClr val="17252F"/>
                </a:solidFill>
                <a:latin typeface="Nimbus Sans"/>
                <a:ea typeface="Nimbus Sans"/>
                <a:cs typeface="Nimbus Sans"/>
              </a:defRPr>
            </a:lvl7pPr>
            <a:lvl8pPr>
              <a:defRPr sz="2025" b="0">
                <a:solidFill>
                  <a:srgbClr val="17252F"/>
                </a:solidFill>
                <a:latin typeface="Nimbus Sans"/>
                <a:ea typeface="Nimbus Sans"/>
                <a:cs typeface="Nimbus Sans"/>
              </a:defRPr>
            </a:lvl8pPr>
            <a:lvl9pPr>
              <a:defRPr sz="2025" b="0">
                <a:solidFill>
                  <a:srgbClr val="17252F"/>
                </a:solidFill>
                <a:latin typeface="Nimbus Sans"/>
                <a:ea typeface="Nimbus Sans"/>
                <a:cs typeface="Nimbus Sans"/>
              </a:defRPr>
            </a:lvl9pPr>
          </a:lstStyle>
          <a:p xmlns:a="http://schemas.openxmlformats.org/drawingml/2006/main">
            <a:pPr>
              <a:defRPr sz="2025" b="0">
                <a:solidFill>
                  <a:srgbClr val="17252F"/>
                </a:solidFill>
                <a:latin typeface="Nimbus Sans"/>
                <a:ea typeface="Nimbus Sans"/>
                <a:cs typeface="Nimbus Sans"/>
              </a:defRPr>
            </a:pPr>
            <a:r>
              <a:rPr sz="2025" b="0">
                <a:solidFill>
                  <a:srgbClr val="17252F"/>
                </a:solidFill>
                <a:latin typeface="Nimbus Sans"/>
                <a:ea typeface="Nimbus Sans"/>
                <a:cs typeface="Nimbus Sans"/>
              </a:rPr>
              <a:t>10-Sekunden-Fenster nach Empfang beim Consumer</a:t>
            </a:r>
          </a:p>
        </p:txBody>
      </p:sp>
    </p:spTree>
    <p:extLst>
      <p:ext uri="{BB962C8B-B14F-4D97-AF65-F5344CB8AC3E}">
        <p14:creationId xmlns:p14="http://schemas.microsoft.com/office/powerpoint/2010/main" val="10429908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A1353F4E-57FF-43F9-983F-100A0F192F55}"/>
              </a:ext>
            </a:extLst>
          </p:cNvPr>
          <p:cNvSpPr>
            <a:spLocks xmlns:a="http://schemas.openxmlformats.org/drawingml/2006/main" noGrp="1"/>
          </p:cNvSpPr>
          <p:nvPr/>
        </p:nvSpPr>
        <p:spPr>
          <a:xfrm xmlns:a="http://schemas.openxmlformats.org/drawingml/2006/main">
            <a:off x="666750" y="523875"/>
            <a:ext cx="10858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3225" b="1">
                <a:solidFill>
                  <a:srgbClr val="17252F"/>
                </a:solidFill>
                <a:latin typeface="Nimbus Sans"/>
                <a:ea typeface="Nimbus Sans"/>
                <a:cs typeface="Nimbus Sans"/>
              </a:defRPr>
            </a:defPPr>
            <a:lvl1pPr>
              <a:defRPr sz="3225" b="1">
                <a:solidFill>
                  <a:srgbClr val="17252F"/>
                </a:solidFill>
                <a:latin typeface="Nimbus Sans"/>
                <a:ea typeface="Nimbus Sans"/>
                <a:cs typeface="Nimbus Sans"/>
              </a:defRPr>
            </a:lvl1pPr>
            <a:lvl2pPr>
              <a:defRPr sz="3225" b="1">
                <a:solidFill>
                  <a:srgbClr val="17252F"/>
                </a:solidFill>
                <a:latin typeface="Nimbus Sans"/>
                <a:ea typeface="Nimbus Sans"/>
                <a:cs typeface="Nimbus Sans"/>
              </a:defRPr>
            </a:lvl2pPr>
            <a:lvl3pPr>
              <a:defRPr sz="3225" b="1">
                <a:solidFill>
                  <a:srgbClr val="17252F"/>
                </a:solidFill>
                <a:latin typeface="Nimbus Sans"/>
                <a:ea typeface="Nimbus Sans"/>
                <a:cs typeface="Nimbus Sans"/>
              </a:defRPr>
            </a:lvl3pPr>
            <a:lvl4pPr>
              <a:defRPr sz="3225" b="1">
                <a:solidFill>
                  <a:srgbClr val="17252F"/>
                </a:solidFill>
                <a:latin typeface="Nimbus Sans"/>
                <a:ea typeface="Nimbus Sans"/>
                <a:cs typeface="Nimbus Sans"/>
              </a:defRPr>
            </a:lvl4pPr>
            <a:lvl5pPr>
              <a:defRPr sz="3225" b="1">
                <a:solidFill>
                  <a:srgbClr val="17252F"/>
                </a:solidFill>
                <a:latin typeface="Nimbus Sans"/>
                <a:ea typeface="Nimbus Sans"/>
                <a:cs typeface="Nimbus Sans"/>
              </a:defRPr>
            </a:lvl5pPr>
            <a:lvl6pPr>
              <a:defRPr sz="3225" b="1">
                <a:solidFill>
                  <a:srgbClr val="17252F"/>
                </a:solidFill>
                <a:latin typeface="Nimbus Sans"/>
                <a:ea typeface="Nimbus Sans"/>
                <a:cs typeface="Nimbus Sans"/>
              </a:defRPr>
            </a:lvl6pPr>
            <a:lvl7pPr>
              <a:defRPr sz="3225" b="1">
                <a:solidFill>
                  <a:srgbClr val="17252F"/>
                </a:solidFill>
                <a:latin typeface="Nimbus Sans"/>
                <a:ea typeface="Nimbus Sans"/>
                <a:cs typeface="Nimbus Sans"/>
              </a:defRPr>
            </a:lvl7pPr>
            <a:lvl8pPr>
              <a:defRPr sz="3225" b="1">
                <a:solidFill>
                  <a:srgbClr val="17252F"/>
                </a:solidFill>
                <a:latin typeface="Nimbus Sans"/>
                <a:ea typeface="Nimbus Sans"/>
                <a:cs typeface="Nimbus Sans"/>
              </a:defRPr>
            </a:lvl8pPr>
            <a:lvl9pPr>
              <a:defRPr sz="3225" b="1">
                <a:solidFill>
                  <a:srgbClr val="17252F"/>
                </a:solidFill>
                <a:latin typeface="Nimbus Sans"/>
                <a:ea typeface="Nimbus Sans"/>
                <a:cs typeface="Nimbus Sans"/>
              </a:defRPr>
            </a:lvl9pPr>
          </a:lstStyle>
          <a:p xmlns:a="http://schemas.openxmlformats.org/drawingml/2006/main">
            <a:pPr>
              <a:defRPr sz="3225" b="1">
                <a:solidFill>
                  <a:srgbClr val="17252F"/>
                </a:solidFill>
                <a:latin typeface="Nimbus Sans"/>
                <a:ea typeface="Nimbus Sans"/>
                <a:cs typeface="Nimbus Sans"/>
              </a:defRPr>
            </a:pPr>
            <a:r>
              <a:rPr sz="3225" b="1">
                <a:solidFill>
                  <a:srgbClr val="17252F"/>
                </a:solidFill>
                <a:latin typeface="Nimbus Sans"/>
                <a:ea typeface="Nimbus Sans"/>
                <a:cs typeface="Nimbus Sans"/>
              </a:rPr>
              <a:t>Alarmierung und Priorität</a:t>
            </a:r>
          </a:p>
        </p:txBody>
      </p:sp>
      <p:sp>
        <p:nvSpPr>
          <p:cNvPr id="2" name="text-1">
            <a:extLst xmlns:a="http://schemas.openxmlformats.org/drawingml/2006/main">
              <a:ext uri="{FF2B5EF4-FFF2-40B4-BE49-F238E27FC236}">
                <a16:creationId xmlns:a16="http://schemas.microsoft.com/office/drawing/2014/main" id="{C1653C95-8664-41E8-AFF0-E24A455F7F8B}"/>
              </a:ext>
            </a:extLst>
          </p:cNvPr>
          <p:cNvSpPr>
            <a:spLocks xmlns:a="http://schemas.openxmlformats.org/drawingml/2006/main" noGrp="1"/>
          </p:cNvSpPr>
          <p:nvPr/>
        </p:nvSpPr>
        <p:spPr>
          <a:xfrm xmlns:a="http://schemas.openxmlformats.org/drawingml/2006/main">
            <a:off x="9620250" y="63246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1350" b="0">
                <a:solidFill>
                  <a:srgbClr val="52616B"/>
                </a:solidFill>
                <a:latin typeface="Nimbus Sans"/>
                <a:ea typeface="Nimbus Sans"/>
                <a:cs typeface="Nimbus Sans"/>
              </a:defRPr>
            </a:defPPr>
            <a:lvl1pPr>
              <a:defRPr sz="1350" b="0">
                <a:solidFill>
                  <a:srgbClr val="52616B"/>
                </a:solidFill>
                <a:latin typeface="Nimbus Sans"/>
                <a:ea typeface="Nimbus Sans"/>
                <a:cs typeface="Nimbus Sans"/>
              </a:defRPr>
            </a:lvl1pPr>
            <a:lvl2pPr>
              <a:defRPr sz="1350" b="0">
                <a:solidFill>
                  <a:srgbClr val="52616B"/>
                </a:solidFill>
                <a:latin typeface="Nimbus Sans"/>
                <a:ea typeface="Nimbus Sans"/>
                <a:cs typeface="Nimbus Sans"/>
              </a:defRPr>
            </a:lvl2pPr>
            <a:lvl3pPr>
              <a:defRPr sz="1350" b="0">
                <a:solidFill>
                  <a:srgbClr val="52616B"/>
                </a:solidFill>
                <a:latin typeface="Nimbus Sans"/>
                <a:ea typeface="Nimbus Sans"/>
                <a:cs typeface="Nimbus Sans"/>
              </a:defRPr>
            </a:lvl3pPr>
            <a:lvl4pPr>
              <a:defRPr sz="1350" b="0">
                <a:solidFill>
                  <a:srgbClr val="52616B"/>
                </a:solidFill>
                <a:latin typeface="Nimbus Sans"/>
                <a:ea typeface="Nimbus Sans"/>
                <a:cs typeface="Nimbus Sans"/>
              </a:defRPr>
            </a:lvl4pPr>
            <a:lvl5pPr>
              <a:defRPr sz="1350" b="0">
                <a:solidFill>
                  <a:srgbClr val="52616B"/>
                </a:solidFill>
                <a:latin typeface="Nimbus Sans"/>
                <a:ea typeface="Nimbus Sans"/>
                <a:cs typeface="Nimbus Sans"/>
              </a:defRPr>
            </a:lvl5pPr>
            <a:lvl6pPr>
              <a:defRPr sz="1350" b="0">
                <a:solidFill>
                  <a:srgbClr val="52616B"/>
                </a:solidFill>
                <a:latin typeface="Nimbus Sans"/>
                <a:ea typeface="Nimbus Sans"/>
                <a:cs typeface="Nimbus Sans"/>
              </a:defRPr>
            </a:lvl6pPr>
            <a:lvl7pPr>
              <a:defRPr sz="1350" b="0">
                <a:solidFill>
                  <a:srgbClr val="52616B"/>
                </a:solidFill>
                <a:latin typeface="Nimbus Sans"/>
                <a:ea typeface="Nimbus Sans"/>
                <a:cs typeface="Nimbus Sans"/>
              </a:defRPr>
            </a:lvl7pPr>
            <a:lvl8pPr>
              <a:defRPr sz="1350" b="0">
                <a:solidFill>
                  <a:srgbClr val="52616B"/>
                </a:solidFill>
                <a:latin typeface="Nimbus Sans"/>
                <a:ea typeface="Nimbus Sans"/>
                <a:cs typeface="Nimbus Sans"/>
              </a:defRPr>
            </a:lvl8pPr>
            <a:lvl9pPr>
              <a:defRPr sz="1350" b="0">
                <a:solidFill>
                  <a:srgbClr val="52616B"/>
                </a:solidFill>
                <a:latin typeface="Nimbus Sans"/>
                <a:ea typeface="Nimbus Sans"/>
                <a:cs typeface="Nimbus Sans"/>
              </a:defRPr>
            </a:lvl9pPr>
          </a:lstStyle>
          <a:p xmlns:a="http://schemas.openxmlformats.org/drawingml/2006/main">
            <a:pPr>
              <a:defRPr sz="1350" b="0">
                <a:solidFill>
                  <a:srgbClr val="52616B"/>
                </a:solidFill>
                <a:latin typeface="Nimbus Sans"/>
                <a:ea typeface="Nimbus Sans"/>
                <a:cs typeface="Nimbus Sans"/>
              </a:defRPr>
            </a:pPr>
            <a:r>
              <a:rPr sz="1350" b="0">
                <a:solidFill>
                  <a:srgbClr val="52616B"/>
                </a:solidFill>
                <a:latin typeface="Nimbus Sans"/>
                <a:ea typeface="Nimbus Sans"/>
                <a:cs typeface="Nimbus Sans"/>
              </a:rPr>
              <a:t>06</a:t>
            </a:r>
          </a:p>
        </p:txBody>
      </p:sp>
      <p:graphicFrame>
        <p:nvGraphicFramePr>
          <p:cNvPr id="3" name="">
            <a:extLst xmlns:a="http://schemas.openxmlformats.org/drawingml/2006/main">
              <a:ext uri="{FF2B5EF4-FFF2-40B4-BE49-F238E27FC236}">
                <a16:creationId xmlns:a16="http://schemas.microsoft.com/office/drawing/2014/main" id="{26BC06EB-AFC9-4B71-AD88-DCE9D79D93CE}"/>
              </a:ext>
            </a:extLst>
          </p:cNvPr>
          <p:cNvGraphicFramePr/>
          <p:nvPr/>
        </p:nvGraphicFramePr>
        <p:xfrm>
          <a:off xmlns:a="http://schemas.openxmlformats.org/drawingml/2006/main" x="666750" y="1666875"/>
          <a:ext xmlns:a="http://schemas.openxmlformats.org/drawingml/2006/main" cx="10858500" cy="2476500"/>
        </p:xfrm>
        <a:graphic xmlns:a="http://schemas.openxmlformats.org/drawingml/2006/main">
          <a:graphicData uri="http://schemas.openxmlformats.org/drawingml/2006/table">
            <a:tbl>
              <a:tblPr/>
              <a:tblGrid>
                <a:gridCol w="2857500"/>
                <a:gridCol w="4000500"/>
                <a:gridCol w="4000500"/>
              </a:tblGrid>
              <a:tr h="619125">
                <a:tc>
                  <a:txBody>
                    <a:bodyPr lIns="133350" tIns="133350" rIns="133350" bIns="133350"/>
                    <a:lstStyle/>
                    <a:p>
                      <a:r>
                        <a:rPr sz="1875" b="1">
                          <a:solidFill>
                            <a:srgbClr val="FFFFFF"/>
                          </a:solidFill>
                          <a:latin typeface="Nimbus Sans"/>
                          <a:ea typeface="Nimbus Sans"/>
                          <a:cs typeface="Nimbus Sans"/>
                        </a:rPr>
                        <a:t>Sensortyp</a:t>
                      </a:r>
                    </a:p>
                  </a:txBody>
                  <a:tcPr marL="91440" marR="91440" marT="45720" marB="45720" anchor="ctr">
                    <a:lnL w="9525">
                      <a:solidFill>
                        <a:srgbClr val="D8E2E5"/>
                      </a:solidFill>
                      <a:prstDash val="solid"/>
                    </a:lnL>
                    <a:lnR w="9525">
                      <a:solidFill>
                        <a:srgbClr val="D8E2E5"/>
                      </a:solidFill>
                      <a:prstDash val="solid"/>
                    </a:lnR>
                    <a:lnT w="9525">
                      <a:solidFill>
                        <a:srgbClr val="D8E2E5"/>
                      </a:solidFill>
                      <a:prstDash val="solid"/>
                    </a:lnT>
                    <a:lnB w="9525">
                      <a:solidFill>
                        <a:srgbClr val="D8E2E5"/>
                      </a:solidFill>
                      <a:prstDash val="solid"/>
                    </a:lnB>
                    <a:solidFill>
                      <a:srgbClr val="176B78"/>
                    </a:solidFill>
                  </a:tcPr>
                </a:tc>
                <a:tc>
                  <a:txBody>
                    <a:bodyPr lIns="133350" tIns="133350" rIns="133350" bIns="133350"/>
                    <a:lstStyle/>
                    <a:p>
                      <a:r>
                        <a:rPr sz="1875" b="1">
                          <a:solidFill>
                            <a:srgbClr val="FFFFFF"/>
                          </a:solidFill>
                          <a:latin typeface="Nimbus Sans"/>
                          <a:ea typeface="Nimbus Sans"/>
                          <a:cs typeface="Nimbus Sans"/>
                        </a:rPr>
                        <a:t>WARNING</a:t>
                      </a:r>
                    </a:p>
                  </a:txBody>
                  <a:tcPr marL="91440" marR="91440" marT="45720" marB="45720" anchor="ctr">
                    <a:lnR w="9525">
                      <a:solidFill>
                        <a:srgbClr val="D8E2E5"/>
                      </a:solidFill>
                      <a:prstDash val="solid"/>
                    </a:lnR>
                    <a:lnT w="9525">
                      <a:solidFill>
                        <a:srgbClr val="D8E2E5"/>
                      </a:solidFill>
                      <a:prstDash val="solid"/>
                    </a:lnT>
                    <a:lnB w="9525">
                      <a:solidFill>
                        <a:srgbClr val="D8E2E5"/>
                      </a:solidFill>
                      <a:prstDash val="solid"/>
                    </a:lnB>
                    <a:solidFill>
                      <a:srgbClr val="176B78"/>
                    </a:solidFill>
                  </a:tcPr>
                </a:tc>
                <a:tc>
                  <a:txBody>
                    <a:bodyPr lIns="133350" tIns="133350" rIns="133350" bIns="133350"/>
                    <a:lstStyle/>
                    <a:p>
                      <a:r>
                        <a:rPr sz="1875" b="1">
                          <a:solidFill>
                            <a:srgbClr val="FFFFFF"/>
                          </a:solidFill>
                          <a:latin typeface="Nimbus Sans"/>
                          <a:ea typeface="Nimbus Sans"/>
                          <a:cs typeface="Nimbus Sans"/>
                        </a:rPr>
                        <a:t>CRITICAL</a:t>
                      </a:r>
                    </a:p>
                  </a:txBody>
                  <a:tcPr marL="91440" marR="91440" marT="45720" marB="45720" anchor="ctr">
                    <a:lnR w="9525">
                      <a:solidFill>
                        <a:srgbClr val="D8E2E5"/>
                      </a:solidFill>
                      <a:prstDash val="solid"/>
                    </a:lnR>
                    <a:lnT w="9525">
                      <a:solidFill>
                        <a:srgbClr val="D8E2E5"/>
                      </a:solidFill>
                      <a:prstDash val="solid"/>
                    </a:lnT>
                    <a:lnB w="9525">
                      <a:solidFill>
                        <a:srgbClr val="D8E2E5"/>
                      </a:solidFill>
                      <a:prstDash val="solid"/>
                    </a:lnB>
                    <a:solidFill>
                      <a:srgbClr val="176B78"/>
                    </a:solidFill>
                  </a:tcPr>
                </a:tc>
              </a:tr>
              <a:tr h="619125">
                <a:tc>
                  <a:txBody>
                    <a:bodyPr lIns="133350" tIns="133350" rIns="133350" bIns="133350"/>
                    <a:lstStyle/>
                    <a:p>
                      <a:r>
                        <a:rPr sz="1875" b="0">
                          <a:solidFill>
                            <a:srgbClr val="17252F"/>
                          </a:solidFill>
                          <a:latin typeface="Nimbus Sans"/>
                          <a:ea typeface="Nimbus Sans"/>
                          <a:cs typeface="Nimbus Sans"/>
                        </a:rPr>
                        <a:t>Temperatur</a:t>
                      </a:r>
                    </a:p>
                  </a:txBody>
                  <a:tcPr marL="91440" marR="91440" marT="45720" marB="45720" anchor="ctr">
                    <a:lnL w="9525">
                      <a:solidFill>
                        <a:srgbClr val="D8E2E5"/>
                      </a:solidFill>
                      <a:prstDash val="solid"/>
                    </a:lnL>
                    <a:lnR w="9525">
                      <a:solidFill>
                        <a:srgbClr val="D8E2E5"/>
                      </a:solidFill>
                      <a:prstDash val="solid"/>
                    </a:lnR>
                    <a:lnB w="9525">
                      <a:solidFill>
                        <a:srgbClr val="D8E2E5"/>
                      </a:solidFill>
                      <a:prstDash val="solid"/>
                    </a:lnB>
                    <a:solidFill>
                      <a:srgbClr val="FFFFFF"/>
                    </a:solidFill>
                  </a:tcPr>
                </a:tc>
                <a:tc>
                  <a:txBody>
                    <a:bodyPr lIns="133350" tIns="133350" rIns="133350" bIns="133350"/>
                    <a:lstStyle/>
                    <a:p>
                      <a:r>
                        <a:rPr sz="1875" b="0">
                          <a:solidFill>
                            <a:srgbClr val="17252F"/>
                          </a:solidFill>
                          <a:latin typeface="Nimbus Sans"/>
                          <a:ea typeface="Nimbus Sans"/>
                          <a:cs typeface="Nimbus Sans"/>
                        </a:rPr>
                        <a:t>&gt; 80 °C</a:t>
                      </a:r>
                    </a:p>
                  </a:txBody>
                  <a:tcPr marL="91440" marR="91440" marT="45720" marB="45720" anchor="ctr">
                    <a:lnR w="9525">
                      <a:solidFill>
                        <a:srgbClr val="D8E2E5"/>
                      </a:solidFill>
                      <a:prstDash val="solid"/>
                    </a:lnR>
                    <a:lnB w="9525">
                      <a:solidFill>
                        <a:srgbClr val="D8E2E5"/>
                      </a:solidFill>
                      <a:prstDash val="solid"/>
                    </a:lnB>
                    <a:solidFill>
                      <a:srgbClr val="FFFFFF"/>
                    </a:solidFill>
                  </a:tcPr>
                </a:tc>
                <a:tc>
                  <a:txBody>
                    <a:bodyPr lIns="133350" tIns="133350" rIns="133350" bIns="133350"/>
                    <a:lstStyle/>
                    <a:p>
                      <a:r>
                        <a:rPr sz="1875" b="0">
                          <a:solidFill>
                            <a:srgbClr val="17252F"/>
                          </a:solidFill>
                          <a:latin typeface="Nimbus Sans"/>
                          <a:ea typeface="Nimbus Sans"/>
                          <a:cs typeface="Nimbus Sans"/>
                        </a:rPr>
                        <a:t>&gt; 100 °C</a:t>
                      </a:r>
                    </a:p>
                  </a:txBody>
                  <a:tcPr marL="91440" marR="91440" marT="45720" marB="45720" anchor="ctr">
                    <a:lnR w="9525">
                      <a:solidFill>
                        <a:srgbClr val="D8E2E5"/>
                      </a:solidFill>
                      <a:prstDash val="solid"/>
                    </a:lnR>
                    <a:lnB w="9525">
                      <a:solidFill>
                        <a:srgbClr val="D8E2E5"/>
                      </a:solidFill>
                      <a:prstDash val="solid"/>
                    </a:lnB>
                    <a:solidFill>
                      <a:srgbClr val="FFFFFF"/>
                    </a:solidFill>
                  </a:tcPr>
                </a:tc>
              </a:tr>
              <a:tr h="619125">
                <a:tc>
                  <a:txBody>
                    <a:bodyPr lIns="133350" tIns="133350" rIns="133350" bIns="133350"/>
                    <a:lstStyle/>
                    <a:p>
                      <a:r>
                        <a:rPr sz="1875" b="0">
                          <a:solidFill>
                            <a:srgbClr val="17252F"/>
                          </a:solidFill>
                          <a:latin typeface="Nimbus Sans"/>
                          <a:ea typeface="Nimbus Sans"/>
                          <a:cs typeface="Nimbus Sans"/>
                        </a:rPr>
                        <a:t>Luftfeuchtigkeit</a:t>
                      </a:r>
                    </a:p>
                  </a:txBody>
                  <a:tcPr marL="91440" marR="91440" marT="45720" marB="45720" anchor="ctr">
                    <a:lnL w="9525">
                      <a:solidFill>
                        <a:srgbClr val="D8E2E5"/>
                      </a:solidFill>
                      <a:prstDash val="solid"/>
                    </a:lnL>
                    <a:lnR w="9525">
                      <a:solidFill>
                        <a:srgbClr val="D8E2E5"/>
                      </a:solidFill>
                      <a:prstDash val="solid"/>
                    </a:lnR>
                    <a:lnB w="9525">
                      <a:solidFill>
                        <a:srgbClr val="D8E2E5"/>
                      </a:solidFill>
                      <a:prstDash val="solid"/>
                    </a:lnB>
                    <a:solidFill>
                      <a:srgbClr val="FFFFFF"/>
                    </a:solidFill>
                  </a:tcPr>
                </a:tc>
                <a:tc>
                  <a:txBody>
                    <a:bodyPr lIns="133350" tIns="133350" rIns="133350" bIns="133350"/>
                    <a:lstStyle/>
                    <a:p>
                      <a:r>
                        <a:rPr sz="1875" b="0">
                          <a:solidFill>
                            <a:srgbClr val="17252F"/>
                          </a:solidFill>
                          <a:latin typeface="Nimbus Sans"/>
                          <a:ea typeface="Nimbus Sans"/>
                          <a:cs typeface="Nimbus Sans"/>
                        </a:rPr>
                        <a:t>&gt; 90 %</a:t>
                      </a:r>
                    </a:p>
                  </a:txBody>
                  <a:tcPr marL="91440" marR="91440" marT="45720" marB="45720" anchor="ctr">
                    <a:lnR w="9525">
                      <a:solidFill>
                        <a:srgbClr val="D8E2E5"/>
                      </a:solidFill>
                      <a:prstDash val="solid"/>
                    </a:lnR>
                    <a:lnB w="9525">
                      <a:solidFill>
                        <a:srgbClr val="D8E2E5"/>
                      </a:solidFill>
                      <a:prstDash val="solid"/>
                    </a:lnB>
                    <a:solidFill>
                      <a:srgbClr val="FFFFFF"/>
                    </a:solidFill>
                  </a:tcPr>
                </a:tc>
                <a:tc>
                  <a:txBody>
                    <a:bodyPr lIns="133350" tIns="133350" rIns="133350" bIns="133350"/>
                    <a:lstStyle/>
                    <a:p>
                      <a:r>
                        <a:rPr sz="1875" b="0">
                          <a:solidFill>
                            <a:srgbClr val="17252F"/>
                          </a:solidFill>
                          <a:latin typeface="Nimbus Sans"/>
                          <a:ea typeface="Nimbus Sans"/>
                          <a:cs typeface="Nimbus Sans"/>
                        </a:rPr>
                        <a:t>&gt; 98 %</a:t>
                      </a:r>
                    </a:p>
                  </a:txBody>
                  <a:tcPr marL="91440" marR="91440" marT="45720" marB="45720" anchor="ctr">
                    <a:lnR w="9525">
                      <a:solidFill>
                        <a:srgbClr val="D8E2E5"/>
                      </a:solidFill>
                      <a:prstDash val="solid"/>
                    </a:lnR>
                    <a:lnB w="9525">
                      <a:solidFill>
                        <a:srgbClr val="D8E2E5"/>
                      </a:solidFill>
                      <a:prstDash val="solid"/>
                    </a:lnB>
                    <a:solidFill>
                      <a:srgbClr val="FFFFFF"/>
                    </a:solidFill>
                  </a:tcPr>
                </a:tc>
              </a:tr>
              <a:tr h="619125">
                <a:tc>
                  <a:txBody>
                    <a:bodyPr lIns="133350" tIns="133350" rIns="133350" bIns="133350"/>
                    <a:lstStyle/>
                    <a:p>
                      <a:r>
                        <a:rPr sz="1875" b="0">
                          <a:solidFill>
                            <a:srgbClr val="17252F"/>
                          </a:solidFill>
                          <a:latin typeface="Nimbus Sans"/>
                          <a:ea typeface="Nimbus Sans"/>
                          <a:cs typeface="Nimbus Sans"/>
                        </a:rPr>
                        <a:t>Druck</a:t>
                      </a:r>
                    </a:p>
                  </a:txBody>
                  <a:tcPr marL="91440" marR="91440" marT="45720" marB="45720" anchor="ctr">
                    <a:lnL w="9525">
                      <a:solidFill>
                        <a:srgbClr val="D8E2E5"/>
                      </a:solidFill>
                      <a:prstDash val="solid"/>
                    </a:lnL>
                    <a:lnR w="9525">
                      <a:solidFill>
                        <a:srgbClr val="D8E2E5"/>
                      </a:solidFill>
                      <a:prstDash val="solid"/>
                    </a:lnR>
                    <a:lnB w="9525">
                      <a:solidFill>
                        <a:srgbClr val="D8E2E5"/>
                      </a:solidFill>
                      <a:prstDash val="solid"/>
                    </a:lnB>
                    <a:solidFill>
                      <a:srgbClr val="FFFFFF"/>
                    </a:solidFill>
                  </a:tcPr>
                </a:tc>
                <a:tc>
                  <a:txBody>
                    <a:bodyPr lIns="133350" tIns="133350" rIns="133350" bIns="133350"/>
                    <a:lstStyle/>
                    <a:p>
                      <a:r>
                        <a:rPr sz="1875" b="0">
                          <a:solidFill>
                            <a:srgbClr val="17252F"/>
                          </a:solidFill>
                          <a:latin typeface="Nimbus Sans"/>
                          <a:ea typeface="Nimbus Sans"/>
                          <a:cs typeface="Nimbus Sans"/>
                        </a:rPr>
                        <a:t>&lt; 920 oder &gt; 1080 hPa</a:t>
                      </a:r>
                    </a:p>
                  </a:txBody>
                  <a:tcPr marL="91440" marR="91440" marT="45720" marB="45720" anchor="ctr">
                    <a:lnR w="9525">
                      <a:solidFill>
                        <a:srgbClr val="D8E2E5"/>
                      </a:solidFill>
                      <a:prstDash val="solid"/>
                    </a:lnR>
                    <a:lnB w="9525">
                      <a:solidFill>
                        <a:srgbClr val="D8E2E5"/>
                      </a:solidFill>
                      <a:prstDash val="solid"/>
                    </a:lnB>
                    <a:solidFill>
                      <a:srgbClr val="FFFFFF"/>
                    </a:solidFill>
                  </a:tcPr>
                </a:tc>
                <a:tc>
                  <a:txBody>
                    <a:bodyPr lIns="133350" tIns="133350" rIns="133350" bIns="133350"/>
                    <a:lstStyle/>
                    <a:p>
                      <a:r>
                        <a:rPr sz="1875" b="0">
                          <a:solidFill>
                            <a:srgbClr val="17252F"/>
                          </a:solidFill>
                          <a:latin typeface="Nimbus Sans"/>
                          <a:ea typeface="Nimbus Sans"/>
                          <a:cs typeface="Nimbus Sans"/>
                        </a:rPr>
                        <a:t>&lt; 910 oder &gt; 1090 hPa</a:t>
                      </a:r>
                    </a:p>
                  </a:txBody>
                  <a:tcPr marL="91440" marR="91440" marT="45720" marB="45720" anchor="ctr">
                    <a:lnR w="9525">
                      <a:solidFill>
                        <a:srgbClr val="D8E2E5"/>
                      </a:solidFill>
                      <a:prstDash val="solid"/>
                    </a:lnR>
                    <a:lnB w="9525">
                      <a:solidFill>
                        <a:srgbClr val="D8E2E5"/>
                      </a:solidFill>
                      <a:prstDash val="solid"/>
                    </a:lnB>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B119DC89-AB6F-4D78-BB79-27AB5EDBBB60}"/>
              </a:ext>
            </a:extLst>
          </p:cNvPr>
          <p:cNvSpPr>
            <a:spLocks xmlns:a="http://schemas.openxmlformats.org/drawingml/2006/main" noGrp="1"/>
          </p:cNvSpPr>
          <p:nvPr/>
        </p:nvSpPr>
        <p:spPr>
          <a:xfrm xmlns:a="http://schemas.openxmlformats.org/drawingml/2006/main">
            <a:off x="666750" y="4810125"/>
            <a:ext cx="10668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2025" b="0">
                <a:solidFill>
                  <a:srgbClr val="176B78"/>
                </a:solidFill>
                <a:latin typeface="Nimbus Sans"/>
                <a:ea typeface="Nimbus Sans"/>
                <a:cs typeface="Nimbus Sans"/>
              </a:defRPr>
            </a:defPPr>
            <a:lvl1pPr>
              <a:defRPr sz="2025" b="0">
                <a:solidFill>
                  <a:srgbClr val="176B78"/>
                </a:solidFill>
                <a:latin typeface="Nimbus Sans"/>
                <a:ea typeface="Nimbus Sans"/>
                <a:cs typeface="Nimbus Sans"/>
              </a:defRPr>
            </a:lvl1pPr>
            <a:lvl2pPr>
              <a:defRPr sz="2025" b="0">
                <a:solidFill>
                  <a:srgbClr val="176B78"/>
                </a:solidFill>
                <a:latin typeface="Nimbus Sans"/>
                <a:ea typeface="Nimbus Sans"/>
                <a:cs typeface="Nimbus Sans"/>
              </a:defRPr>
            </a:lvl2pPr>
            <a:lvl3pPr>
              <a:defRPr sz="2025" b="0">
                <a:solidFill>
                  <a:srgbClr val="176B78"/>
                </a:solidFill>
                <a:latin typeface="Nimbus Sans"/>
                <a:ea typeface="Nimbus Sans"/>
                <a:cs typeface="Nimbus Sans"/>
              </a:defRPr>
            </a:lvl3pPr>
            <a:lvl4pPr>
              <a:defRPr sz="2025" b="0">
                <a:solidFill>
                  <a:srgbClr val="176B78"/>
                </a:solidFill>
                <a:latin typeface="Nimbus Sans"/>
                <a:ea typeface="Nimbus Sans"/>
                <a:cs typeface="Nimbus Sans"/>
              </a:defRPr>
            </a:lvl4pPr>
            <a:lvl5pPr>
              <a:defRPr sz="2025" b="0">
                <a:solidFill>
                  <a:srgbClr val="176B78"/>
                </a:solidFill>
                <a:latin typeface="Nimbus Sans"/>
                <a:ea typeface="Nimbus Sans"/>
                <a:cs typeface="Nimbus Sans"/>
              </a:defRPr>
            </a:lvl5pPr>
            <a:lvl6pPr>
              <a:defRPr sz="2025" b="0">
                <a:solidFill>
                  <a:srgbClr val="176B78"/>
                </a:solidFill>
                <a:latin typeface="Nimbus Sans"/>
                <a:ea typeface="Nimbus Sans"/>
                <a:cs typeface="Nimbus Sans"/>
              </a:defRPr>
            </a:lvl6pPr>
            <a:lvl7pPr>
              <a:defRPr sz="2025" b="0">
                <a:solidFill>
                  <a:srgbClr val="176B78"/>
                </a:solidFill>
                <a:latin typeface="Nimbus Sans"/>
                <a:ea typeface="Nimbus Sans"/>
                <a:cs typeface="Nimbus Sans"/>
              </a:defRPr>
            </a:lvl7pPr>
            <a:lvl8pPr>
              <a:defRPr sz="2025" b="0">
                <a:solidFill>
                  <a:srgbClr val="176B78"/>
                </a:solidFill>
                <a:latin typeface="Nimbus Sans"/>
                <a:ea typeface="Nimbus Sans"/>
                <a:cs typeface="Nimbus Sans"/>
              </a:defRPr>
            </a:lvl8pPr>
            <a:lvl9pPr>
              <a:defRPr sz="2025" b="0">
                <a:solidFill>
                  <a:srgbClr val="176B78"/>
                </a:solidFill>
                <a:latin typeface="Nimbus Sans"/>
                <a:ea typeface="Nimbus Sans"/>
                <a:cs typeface="Nimbus Sans"/>
              </a:defRPr>
            </a:lvl9pPr>
          </a:lstStyle>
          <a:p xmlns:a="http://schemas.openxmlformats.org/drawingml/2006/main">
            <a:pPr>
              <a:defRPr sz="2025" b="0">
                <a:solidFill>
                  <a:srgbClr val="176B78"/>
                </a:solidFill>
                <a:latin typeface="Nimbus Sans"/>
                <a:ea typeface="Nimbus Sans"/>
                <a:cs typeface="Nimbus Sans"/>
              </a:defRPr>
            </a:pPr>
            <a:r>
              <a:rPr sz="2025" b="0">
                <a:solidFill>
                  <a:srgbClr val="176B78"/>
                </a:solidFill>
                <a:latin typeface="Nimbus Sans"/>
                <a:ea typeface="Nimbus Sans"/>
                <a:cs typeface="Nimbus Sans"/>
              </a:rPr>
              <a:t>Priorität wirkt auf die nächste Auslieferung aus dem Rückstau.</a:t>
            </a:r>
          </a:p>
        </p:txBody>
      </p:sp>
    </p:spTree>
    <p:extLst>
      <p:ext uri="{BB962C8B-B14F-4D97-AF65-F5344CB8AC3E}">
        <p14:creationId xmlns:p14="http://schemas.microsoft.com/office/powerpoint/2010/main" val="67038422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31E593B7-5FA5-4DE3-B3AD-78918EBD33D7}"/>
              </a:ext>
            </a:extLst>
          </p:cNvPr>
          <p:cNvSpPr>
            <a:spLocks xmlns:a="http://schemas.openxmlformats.org/drawingml/2006/main" noGrp="1"/>
          </p:cNvSpPr>
          <p:nvPr/>
        </p:nvSpPr>
        <p:spPr>
          <a:xfrm xmlns:a="http://schemas.openxmlformats.org/drawingml/2006/main">
            <a:off x="666750" y="523875"/>
            <a:ext cx="10858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3225" b="1">
                <a:solidFill>
                  <a:srgbClr val="17252F"/>
                </a:solidFill>
                <a:latin typeface="Nimbus Sans"/>
                <a:ea typeface="Nimbus Sans"/>
                <a:cs typeface="Nimbus Sans"/>
              </a:defRPr>
            </a:defPPr>
            <a:lvl1pPr>
              <a:defRPr sz="3225" b="1">
                <a:solidFill>
                  <a:srgbClr val="17252F"/>
                </a:solidFill>
                <a:latin typeface="Nimbus Sans"/>
                <a:ea typeface="Nimbus Sans"/>
                <a:cs typeface="Nimbus Sans"/>
              </a:defRPr>
            </a:lvl1pPr>
            <a:lvl2pPr>
              <a:defRPr sz="3225" b="1">
                <a:solidFill>
                  <a:srgbClr val="17252F"/>
                </a:solidFill>
                <a:latin typeface="Nimbus Sans"/>
                <a:ea typeface="Nimbus Sans"/>
                <a:cs typeface="Nimbus Sans"/>
              </a:defRPr>
            </a:lvl2pPr>
            <a:lvl3pPr>
              <a:defRPr sz="3225" b="1">
                <a:solidFill>
                  <a:srgbClr val="17252F"/>
                </a:solidFill>
                <a:latin typeface="Nimbus Sans"/>
                <a:ea typeface="Nimbus Sans"/>
                <a:cs typeface="Nimbus Sans"/>
              </a:defRPr>
            </a:lvl3pPr>
            <a:lvl4pPr>
              <a:defRPr sz="3225" b="1">
                <a:solidFill>
                  <a:srgbClr val="17252F"/>
                </a:solidFill>
                <a:latin typeface="Nimbus Sans"/>
                <a:ea typeface="Nimbus Sans"/>
                <a:cs typeface="Nimbus Sans"/>
              </a:defRPr>
            </a:lvl4pPr>
            <a:lvl5pPr>
              <a:defRPr sz="3225" b="1">
                <a:solidFill>
                  <a:srgbClr val="17252F"/>
                </a:solidFill>
                <a:latin typeface="Nimbus Sans"/>
                <a:ea typeface="Nimbus Sans"/>
                <a:cs typeface="Nimbus Sans"/>
              </a:defRPr>
            </a:lvl5pPr>
            <a:lvl6pPr>
              <a:defRPr sz="3225" b="1">
                <a:solidFill>
                  <a:srgbClr val="17252F"/>
                </a:solidFill>
                <a:latin typeface="Nimbus Sans"/>
                <a:ea typeface="Nimbus Sans"/>
                <a:cs typeface="Nimbus Sans"/>
              </a:defRPr>
            </a:lvl6pPr>
            <a:lvl7pPr>
              <a:defRPr sz="3225" b="1">
                <a:solidFill>
                  <a:srgbClr val="17252F"/>
                </a:solidFill>
                <a:latin typeface="Nimbus Sans"/>
                <a:ea typeface="Nimbus Sans"/>
                <a:cs typeface="Nimbus Sans"/>
              </a:defRPr>
            </a:lvl7pPr>
            <a:lvl8pPr>
              <a:defRPr sz="3225" b="1">
                <a:solidFill>
                  <a:srgbClr val="17252F"/>
                </a:solidFill>
                <a:latin typeface="Nimbus Sans"/>
                <a:ea typeface="Nimbus Sans"/>
                <a:cs typeface="Nimbus Sans"/>
              </a:defRPr>
            </a:lvl8pPr>
            <a:lvl9pPr>
              <a:defRPr sz="3225" b="1">
                <a:solidFill>
                  <a:srgbClr val="17252F"/>
                </a:solidFill>
                <a:latin typeface="Nimbus Sans"/>
                <a:ea typeface="Nimbus Sans"/>
                <a:cs typeface="Nimbus Sans"/>
              </a:defRPr>
            </a:lvl9pPr>
          </a:lstStyle>
          <a:p xmlns:a="http://schemas.openxmlformats.org/drawingml/2006/main">
            <a:pPr>
              <a:defRPr sz="3225" b="1">
                <a:solidFill>
                  <a:srgbClr val="17252F"/>
                </a:solidFill>
                <a:latin typeface="Nimbus Sans"/>
                <a:ea typeface="Nimbus Sans"/>
                <a:cs typeface="Nimbus Sans"/>
              </a:defRPr>
            </a:pPr>
            <a:r>
              <a:rPr sz="3225" b="1">
                <a:solidFill>
                  <a:srgbClr val="17252F"/>
                </a:solidFill>
                <a:latin typeface="Nimbus Sans"/>
                <a:ea typeface="Nimbus Sans"/>
                <a:cs typeface="Nimbus Sans"/>
              </a:rPr>
              <a:t>ACK/NACK: Verarbeitung und Fehlerbehandlung</a:t>
            </a:r>
          </a:p>
        </p:txBody>
      </p:sp>
      <p:sp>
        <p:nvSpPr>
          <p:cNvPr id="2" name="text-1">
            <a:extLst xmlns:a="http://schemas.openxmlformats.org/drawingml/2006/main">
              <a:ext uri="{FF2B5EF4-FFF2-40B4-BE49-F238E27FC236}">
                <a16:creationId xmlns:a16="http://schemas.microsoft.com/office/drawing/2014/main" id="{E7978BFD-14E5-4B7E-8F27-3807D082F0A0}"/>
              </a:ext>
            </a:extLst>
          </p:cNvPr>
          <p:cNvSpPr>
            <a:spLocks xmlns:a="http://schemas.openxmlformats.org/drawingml/2006/main" noGrp="1"/>
          </p:cNvSpPr>
          <p:nvPr/>
        </p:nvSpPr>
        <p:spPr>
          <a:xfrm xmlns:a="http://schemas.openxmlformats.org/drawingml/2006/main">
            <a:off x="9620250" y="63246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1350" b="0">
                <a:solidFill>
                  <a:srgbClr val="52616B"/>
                </a:solidFill>
                <a:latin typeface="Nimbus Sans"/>
                <a:ea typeface="Nimbus Sans"/>
                <a:cs typeface="Nimbus Sans"/>
              </a:defRPr>
            </a:defPPr>
            <a:lvl1pPr>
              <a:defRPr sz="1350" b="0">
                <a:solidFill>
                  <a:srgbClr val="52616B"/>
                </a:solidFill>
                <a:latin typeface="Nimbus Sans"/>
                <a:ea typeface="Nimbus Sans"/>
                <a:cs typeface="Nimbus Sans"/>
              </a:defRPr>
            </a:lvl1pPr>
            <a:lvl2pPr>
              <a:defRPr sz="1350" b="0">
                <a:solidFill>
                  <a:srgbClr val="52616B"/>
                </a:solidFill>
                <a:latin typeface="Nimbus Sans"/>
                <a:ea typeface="Nimbus Sans"/>
                <a:cs typeface="Nimbus Sans"/>
              </a:defRPr>
            </a:lvl2pPr>
            <a:lvl3pPr>
              <a:defRPr sz="1350" b="0">
                <a:solidFill>
                  <a:srgbClr val="52616B"/>
                </a:solidFill>
                <a:latin typeface="Nimbus Sans"/>
                <a:ea typeface="Nimbus Sans"/>
                <a:cs typeface="Nimbus Sans"/>
              </a:defRPr>
            </a:lvl3pPr>
            <a:lvl4pPr>
              <a:defRPr sz="1350" b="0">
                <a:solidFill>
                  <a:srgbClr val="52616B"/>
                </a:solidFill>
                <a:latin typeface="Nimbus Sans"/>
                <a:ea typeface="Nimbus Sans"/>
                <a:cs typeface="Nimbus Sans"/>
              </a:defRPr>
            </a:lvl4pPr>
            <a:lvl5pPr>
              <a:defRPr sz="1350" b="0">
                <a:solidFill>
                  <a:srgbClr val="52616B"/>
                </a:solidFill>
                <a:latin typeface="Nimbus Sans"/>
                <a:ea typeface="Nimbus Sans"/>
                <a:cs typeface="Nimbus Sans"/>
              </a:defRPr>
            </a:lvl5pPr>
            <a:lvl6pPr>
              <a:defRPr sz="1350" b="0">
                <a:solidFill>
                  <a:srgbClr val="52616B"/>
                </a:solidFill>
                <a:latin typeface="Nimbus Sans"/>
                <a:ea typeface="Nimbus Sans"/>
                <a:cs typeface="Nimbus Sans"/>
              </a:defRPr>
            </a:lvl6pPr>
            <a:lvl7pPr>
              <a:defRPr sz="1350" b="0">
                <a:solidFill>
                  <a:srgbClr val="52616B"/>
                </a:solidFill>
                <a:latin typeface="Nimbus Sans"/>
                <a:ea typeface="Nimbus Sans"/>
                <a:cs typeface="Nimbus Sans"/>
              </a:defRPr>
            </a:lvl7pPr>
            <a:lvl8pPr>
              <a:defRPr sz="1350" b="0">
                <a:solidFill>
                  <a:srgbClr val="52616B"/>
                </a:solidFill>
                <a:latin typeface="Nimbus Sans"/>
                <a:ea typeface="Nimbus Sans"/>
                <a:cs typeface="Nimbus Sans"/>
              </a:defRPr>
            </a:lvl8pPr>
            <a:lvl9pPr>
              <a:defRPr sz="1350" b="0">
                <a:solidFill>
                  <a:srgbClr val="52616B"/>
                </a:solidFill>
                <a:latin typeface="Nimbus Sans"/>
                <a:ea typeface="Nimbus Sans"/>
                <a:cs typeface="Nimbus Sans"/>
              </a:defRPr>
            </a:lvl9pPr>
          </a:lstStyle>
          <a:p xmlns:a="http://schemas.openxmlformats.org/drawingml/2006/main">
            <a:pPr>
              <a:defRPr sz="1350" b="0">
                <a:solidFill>
                  <a:srgbClr val="52616B"/>
                </a:solidFill>
                <a:latin typeface="Nimbus Sans"/>
                <a:ea typeface="Nimbus Sans"/>
                <a:cs typeface="Nimbus Sans"/>
              </a:defRPr>
            </a:pPr>
            <a:r>
              <a:rPr sz="1350" b="0">
                <a:solidFill>
                  <a:srgbClr val="52616B"/>
                </a:solidFill>
                <a:latin typeface="Nimbus Sans"/>
                <a:ea typeface="Nimbus Sans"/>
                <a:cs typeface="Nimbus Sans"/>
              </a:rPr>
              <a:t>07</a:t>
            </a:r>
          </a:p>
        </p:txBody>
      </p:sp>
      <p:sp>
        <p:nvSpPr>
          <p:cNvPr id="3" name="text-2">
            <a:extLst xmlns:a="http://schemas.openxmlformats.org/drawingml/2006/main">
              <a:ext uri="{FF2B5EF4-FFF2-40B4-BE49-F238E27FC236}">
                <a16:creationId xmlns:a16="http://schemas.microsoft.com/office/drawing/2014/main" id="{8331B5BA-1CA0-4303-9E9C-F5A4698FFDEF}"/>
              </a:ext>
            </a:extLst>
          </p:cNvPr>
          <p:cNvSpPr>
            <a:spLocks xmlns:a="http://schemas.openxmlformats.org/drawingml/2006/main" noGrp="1"/>
          </p:cNvSpPr>
          <p:nvPr/>
        </p:nvSpPr>
        <p:spPr>
          <a:xfrm xmlns:a="http://schemas.openxmlformats.org/drawingml/2006/main">
            <a:off x="666750" y="1381125"/>
            <a:ext cx="1085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1575" b="0">
                <a:solidFill>
                  <a:srgbClr val="52616B"/>
                </a:solidFill>
                <a:latin typeface="Nimbus Sans"/>
                <a:ea typeface="Nimbus Sans"/>
                <a:cs typeface="Nimbus Sans"/>
              </a:defRPr>
            </a:defPPr>
            <a:lvl1pPr>
              <a:defRPr sz="1575" b="0">
                <a:solidFill>
                  <a:srgbClr val="52616B"/>
                </a:solidFill>
                <a:latin typeface="Nimbus Sans"/>
                <a:ea typeface="Nimbus Sans"/>
                <a:cs typeface="Nimbus Sans"/>
              </a:defRPr>
            </a:lvl1pPr>
            <a:lvl2pPr>
              <a:defRPr sz="1575" b="0">
                <a:solidFill>
                  <a:srgbClr val="52616B"/>
                </a:solidFill>
                <a:latin typeface="Nimbus Sans"/>
                <a:ea typeface="Nimbus Sans"/>
                <a:cs typeface="Nimbus Sans"/>
              </a:defRPr>
            </a:lvl2pPr>
            <a:lvl3pPr>
              <a:defRPr sz="1575" b="0">
                <a:solidFill>
                  <a:srgbClr val="52616B"/>
                </a:solidFill>
                <a:latin typeface="Nimbus Sans"/>
                <a:ea typeface="Nimbus Sans"/>
                <a:cs typeface="Nimbus Sans"/>
              </a:defRPr>
            </a:lvl3pPr>
            <a:lvl4pPr>
              <a:defRPr sz="1575" b="0">
                <a:solidFill>
                  <a:srgbClr val="52616B"/>
                </a:solidFill>
                <a:latin typeface="Nimbus Sans"/>
                <a:ea typeface="Nimbus Sans"/>
                <a:cs typeface="Nimbus Sans"/>
              </a:defRPr>
            </a:lvl4pPr>
            <a:lvl5pPr>
              <a:defRPr sz="1575" b="0">
                <a:solidFill>
                  <a:srgbClr val="52616B"/>
                </a:solidFill>
                <a:latin typeface="Nimbus Sans"/>
                <a:ea typeface="Nimbus Sans"/>
                <a:cs typeface="Nimbus Sans"/>
              </a:defRPr>
            </a:lvl5pPr>
            <a:lvl6pPr>
              <a:defRPr sz="1575" b="0">
                <a:solidFill>
                  <a:srgbClr val="52616B"/>
                </a:solidFill>
                <a:latin typeface="Nimbus Sans"/>
                <a:ea typeface="Nimbus Sans"/>
                <a:cs typeface="Nimbus Sans"/>
              </a:defRPr>
            </a:lvl6pPr>
            <a:lvl7pPr>
              <a:defRPr sz="1575" b="0">
                <a:solidFill>
                  <a:srgbClr val="52616B"/>
                </a:solidFill>
                <a:latin typeface="Nimbus Sans"/>
                <a:ea typeface="Nimbus Sans"/>
                <a:cs typeface="Nimbus Sans"/>
              </a:defRPr>
            </a:lvl7pPr>
            <a:lvl8pPr>
              <a:defRPr sz="1575" b="0">
                <a:solidFill>
                  <a:srgbClr val="52616B"/>
                </a:solidFill>
                <a:latin typeface="Nimbus Sans"/>
                <a:ea typeface="Nimbus Sans"/>
                <a:cs typeface="Nimbus Sans"/>
              </a:defRPr>
            </a:lvl8pPr>
            <a:lvl9pPr>
              <a:defRPr sz="1575" b="0">
                <a:solidFill>
                  <a:srgbClr val="52616B"/>
                </a:solidFill>
                <a:latin typeface="Nimbus Sans"/>
                <a:ea typeface="Nimbus Sans"/>
                <a:cs typeface="Nimbus Sans"/>
              </a:defRPr>
            </a:lvl9pPr>
          </a:lstStyle>
          <a:p xmlns:a="http://schemas.openxmlformats.org/drawingml/2006/main">
            <a:pPr>
              <a:defRPr sz="1575" b="0">
                <a:solidFill>
                  <a:srgbClr val="52616B"/>
                </a:solidFill>
                <a:latin typeface="Nimbus Sans"/>
                <a:ea typeface="Nimbus Sans"/>
                <a:cs typeface="Nimbus Sans"/>
              </a:defRPr>
            </a:pPr>
            <a:r>
              <a:rPr sz="1575" b="0">
                <a:solidFill>
                  <a:srgbClr val="52616B"/>
                </a:solidFill>
                <a:latin typeface="Nimbus Sans"/>
                <a:ea typeface="Nimbus Sans"/>
                <a:cs typeface="Nimbus Sans"/>
              </a:rPr>
              <a:t>Auszug aus handle(), Alarmversand und Protokollierung gekürzt</a:t>
            </a:r>
          </a:p>
        </p:txBody>
      </p:sp>
      <p:sp>
        <p:nvSpPr>
          <p:cNvPr id="4" name="text-3">
            <a:extLst xmlns:a="http://schemas.openxmlformats.org/drawingml/2006/main">
              <a:ext uri="{FF2B5EF4-FFF2-40B4-BE49-F238E27FC236}">
                <a16:creationId xmlns:a16="http://schemas.microsoft.com/office/drawing/2014/main" id="{CDA59E4A-EDFF-41C2-9996-57D5D3EF4974}"/>
              </a:ext>
            </a:extLst>
          </p:cNvPr>
          <p:cNvSpPr>
            <a:spLocks xmlns:a="http://schemas.openxmlformats.org/drawingml/2006/main" noGrp="1"/>
          </p:cNvSpPr>
          <p:nvPr/>
        </p:nvSpPr>
        <p:spPr>
          <a:xfrm xmlns:a="http://schemas.openxmlformats.org/drawingml/2006/main">
            <a:off x="666750" y="1952625"/>
            <a:ext cx="80010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1725" b="0">
                <a:solidFill>
                  <a:srgbClr val="17252F"/>
                </a:solidFill>
                <a:latin typeface="DejaVu Sans Mono"/>
                <a:ea typeface="DejaVu Sans Mono"/>
                <a:cs typeface="DejaVu Sans Mono"/>
              </a:defRPr>
            </a:defPPr>
            <a:lvl1pPr>
              <a:defRPr sz="1725" b="0">
                <a:solidFill>
                  <a:srgbClr val="17252F"/>
                </a:solidFill>
                <a:latin typeface="DejaVu Sans Mono"/>
                <a:ea typeface="DejaVu Sans Mono"/>
                <a:cs typeface="DejaVu Sans Mono"/>
              </a:defRPr>
            </a:lvl1pPr>
            <a:lvl2pPr>
              <a:defRPr sz="1725" b="0">
                <a:solidFill>
                  <a:srgbClr val="17252F"/>
                </a:solidFill>
                <a:latin typeface="DejaVu Sans Mono"/>
                <a:ea typeface="DejaVu Sans Mono"/>
                <a:cs typeface="DejaVu Sans Mono"/>
              </a:defRPr>
            </a:lvl2pPr>
            <a:lvl3pPr>
              <a:defRPr sz="1725" b="0">
                <a:solidFill>
                  <a:srgbClr val="17252F"/>
                </a:solidFill>
                <a:latin typeface="DejaVu Sans Mono"/>
                <a:ea typeface="DejaVu Sans Mono"/>
                <a:cs typeface="DejaVu Sans Mono"/>
              </a:defRPr>
            </a:lvl3pPr>
            <a:lvl4pPr>
              <a:defRPr sz="1725" b="0">
                <a:solidFill>
                  <a:srgbClr val="17252F"/>
                </a:solidFill>
                <a:latin typeface="DejaVu Sans Mono"/>
                <a:ea typeface="DejaVu Sans Mono"/>
                <a:cs typeface="DejaVu Sans Mono"/>
              </a:defRPr>
            </a:lvl4pPr>
            <a:lvl5pPr>
              <a:defRPr sz="1725" b="0">
                <a:solidFill>
                  <a:srgbClr val="17252F"/>
                </a:solidFill>
                <a:latin typeface="DejaVu Sans Mono"/>
                <a:ea typeface="DejaVu Sans Mono"/>
                <a:cs typeface="DejaVu Sans Mono"/>
              </a:defRPr>
            </a:lvl5pPr>
            <a:lvl6pPr>
              <a:defRPr sz="1725" b="0">
                <a:solidFill>
                  <a:srgbClr val="17252F"/>
                </a:solidFill>
                <a:latin typeface="DejaVu Sans Mono"/>
                <a:ea typeface="DejaVu Sans Mono"/>
                <a:cs typeface="DejaVu Sans Mono"/>
              </a:defRPr>
            </a:lvl6pPr>
            <a:lvl7pPr>
              <a:defRPr sz="1725" b="0">
                <a:solidFill>
                  <a:srgbClr val="17252F"/>
                </a:solidFill>
                <a:latin typeface="DejaVu Sans Mono"/>
                <a:ea typeface="DejaVu Sans Mono"/>
                <a:cs typeface="DejaVu Sans Mono"/>
              </a:defRPr>
            </a:lvl7pPr>
            <a:lvl8pPr>
              <a:defRPr sz="1725" b="0">
                <a:solidFill>
                  <a:srgbClr val="17252F"/>
                </a:solidFill>
                <a:latin typeface="DejaVu Sans Mono"/>
                <a:ea typeface="DejaVu Sans Mono"/>
                <a:cs typeface="DejaVu Sans Mono"/>
              </a:defRPr>
            </a:lvl8pPr>
            <a:lvl9pPr>
              <a:defRPr sz="1725" b="0">
                <a:solidFill>
                  <a:srgbClr val="17252F"/>
                </a:solidFill>
                <a:latin typeface="DejaVu Sans Mono"/>
                <a:ea typeface="DejaVu Sans Mono"/>
                <a:cs typeface="DejaVu Sans Mono"/>
              </a:defRPr>
            </a:lvl9pPr>
          </a:lstStyle>
          <a:p xmlns:a="http://schemas.openxmlformats.org/drawingml/2006/main">
            <a:pPr>
              <a:defRPr sz="1725" b="0">
                <a:solidFill>
                  <a:srgbClr val="17252F"/>
                </a:solidFill>
                <a:latin typeface="DejaVu Sans Mono"/>
                <a:ea typeface="DejaVu Sans Mono"/>
                <a:cs typeface="DejaVu Sans Mono"/>
              </a:defRPr>
            </a:pPr>
            <a:r>
              <a:rPr sz="1725" b="0">
                <a:solidFill>
                  <a:srgbClr val="17252F"/>
                </a:solidFill>
                <a:latin typeface="DejaVu Sans Mono"/>
                <a:ea typeface="DejaVu Sans Mono"/>
                <a:cs typeface="DejaVu Sans Mono"/>
              </a:rPr>
              <a:t>tag = method.delivery_tag</a:t>
            </a:r>
          </a:p>
          <a:p xmlns:a="http://schemas.openxmlformats.org/drawingml/2006/main">
            <a:pPr>
              <a:defRPr sz="1725" b="0">
                <a:solidFill>
                  <a:srgbClr val="17252F"/>
                </a:solidFill>
                <a:latin typeface="DejaVu Sans Mono"/>
                <a:ea typeface="DejaVu Sans Mono"/>
                <a:cs typeface="DejaVu Sans Mono"/>
              </a:defRPr>
            </a:pPr>
            <a:r>
              <a:rPr sz="1725" b="0">
                <a:solidFill>
                  <a:srgbClr val="17252F"/>
                </a:solidFill>
                <a:latin typeface="DejaVu Sans Mono"/>
                <a:ea typeface="DejaVu Sans Mono"/>
                <a:cs typeface="DejaVu Sans Mono"/>
              </a:rPr>
              <a:t>try:</a:t>
            </a:r>
          </a:p>
          <a:p xmlns:a="http://schemas.openxmlformats.org/drawingml/2006/main">
            <a:pPr>
              <a:defRPr sz="1725" b="0">
                <a:solidFill>
                  <a:srgbClr val="17252F"/>
                </a:solidFill>
                <a:latin typeface="DejaVu Sans Mono"/>
                <a:ea typeface="DejaVu Sans Mono"/>
                <a:cs typeface="DejaVu Sans Mono"/>
              </a:defRPr>
            </a:pPr>
            <a:r>
              <a:rPr sz="1725" b="0">
                <a:solidFill>
                  <a:srgbClr val="17252F"/>
                </a:solidFill>
                <a:latin typeface="DejaVu Sans Mono"/>
                <a:ea typeface="DejaVu Sans Mono"/>
                <a:cs typeface="DejaVu Sans Mono"/>
              </a:rPr>
              <a:t>    msg = validate(body, profile["types"])</a:t>
            </a:r>
          </a:p>
          <a:p xmlns:a="http://schemas.openxmlformats.org/drawingml/2006/main">
            <a:pPr>
              <a:defRPr sz="1725" b="0">
                <a:solidFill>
                  <a:srgbClr val="17252F"/>
                </a:solidFill>
                <a:latin typeface="DejaVu Sans Mono"/>
                <a:ea typeface="DejaVu Sans Mono"/>
                <a:cs typeface="DejaVu Sans Mono"/>
              </a:defRPr>
            </a:pPr>
            <a:r>
              <a:rPr sz="1725" b="0">
                <a:solidFill>
                  <a:srgbClr val="17252F"/>
                </a:solidFill>
                <a:latin typeface="DejaVu Sans Mono"/>
                <a:ea typeface="DejaVu Sans Mono"/>
                <a:cs typeface="DejaVu Sans Mono"/>
              </a:rPr>
              <a:t>    # ... Anomalieprüfung und Alarmversand ...</a:t>
            </a:r>
          </a:p>
          <a:p xmlns:a="http://schemas.openxmlformats.org/drawingml/2006/main">
            <a:pPr>
              <a:defRPr sz="1725" b="0">
                <a:solidFill>
                  <a:srgbClr val="17252F"/>
                </a:solidFill>
                <a:latin typeface="DejaVu Sans Mono"/>
                <a:ea typeface="DejaVu Sans Mono"/>
                <a:cs typeface="DejaVu Sans Mono"/>
              </a:defRPr>
            </a:pPr>
            <a:r>
              <a:rPr sz="1725" b="0">
                <a:solidFill>
                  <a:srgbClr val="17252F"/>
                </a:solidFill>
                <a:latin typeface="DejaVu Sans Mono"/>
                <a:ea typeface="DejaVu Sans Mono"/>
                <a:cs typeface="DejaVu Sans Mono"/>
              </a:rPr>
              <a:t>    window.add(msg["type"], msg["value"])</a:t>
            </a:r>
          </a:p>
          <a:p xmlns:a="http://schemas.openxmlformats.org/drawingml/2006/main">
            <a:pPr>
              <a:defRPr sz="1725" b="0">
                <a:solidFill>
                  <a:srgbClr val="17252F"/>
                </a:solidFill>
                <a:latin typeface="DejaVu Sans Mono"/>
                <a:ea typeface="DejaVu Sans Mono"/>
                <a:cs typeface="DejaVu Sans Mono"/>
              </a:defRPr>
            </a:pPr>
            <a:r>
              <a:rPr sz="1725" b="0">
                <a:solidFill>
                  <a:srgbClr val="17252F"/>
                </a:solidFill>
                <a:latin typeface="DejaVu Sans Mono"/>
                <a:ea typeface="DejaVu Sans Mono"/>
                <a:cs typeface="DejaVu Sans Mono"/>
              </a:rPr>
              <a:t>except InvalidMessage:</a:t>
            </a:r>
          </a:p>
          <a:p xmlns:a="http://schemas.openxmlformats.org/drawingml/2006/main">
            <a:pPr>
              <a:defRPr sz="1725" b="0">
                <a:solidFill>
                  <a:srgbClr val="17252F"/>
                </a:solidFill>
                <a:latin typeface="DejaVu Sans Mono"/>
                <a:ea typeface="DejaVu Sans Mono"/>
                <a:cs typeface="DejaVu Sans Mono"/>
              </a:defRPr>
            </a:pPr>
            <a:r>
              <a:rPr sz="1725" b="0">
                <a:solidFill>
                  <a:srgbClr val="17252F"/>
                </a:solidFill>
                <a:latin typeface="DejaVu Sans Mono"/>
                <a:ea typeface="DejaVu Sans Mono"/>
                <a:cs typeface="DejaVu Sans Mono"/>
              </a:rPr>
              <a:t>    ch.basic_nack(tag, requeue=False)</a:t>
            </a:r>
          </a:p>
          <a:p xmlns:a="http://schemas.openxmlformats.org/drawingml/2006/main">
            <a:pPr>
              <a:defRPr sz="1725" b="0">
                <a:solidFill>
                  <a:srgbClr val="17252F"/>
                </a:solidFill>
                <a:latin typeface="DejaVu Sans Mono"/>
                <a:ea typeface="DejaVu Sans Mono"/>
                <a:cs typeface="DejaVu Sans Mono"/>
              </a:defRPr>
            </a:pPr>
            <a:r>
              <a:rPr sz="1725" b="0">
                <a:solidFill>
                  <a:srgbClr val="17252F"/>
                </a:solidFill>
                <a:latin typeface="DejaVu Sans Mono"/>
                <a:ea typeface="DejaVu Sans Mono"/>
                <a:cs typeface="DejaVu Sans Mono"/>
              </a:rPr>
              <a:t>    return</a:t>
            </a:r>
          </a:p>
          <a:p xmlns:a="http://schemas.openxmlformats.org/drawingml/2006/main">
            <a:pPr>
              <a:defRPr sz="1725" b="0">
                <a:solidFill>
                  <a:srgbClr val="17252F"/>
                </a:solidFill>
                <a:latin typeface="DejaVu Sans Mono"/>
                <a:ea typeface="DejaVu Sans Mono"/>
                <a:cs typeface="DejaVu Sans Mono"/>
              </a:defRPr>
            </a:pPr>
            <a:r>
              <a:rPr sz="1725" b="0">
                <a:solidFill>
                  <a:srgbClr val="17252F"/>
                </a:solidFill>
                <a:latin typeface="DejaVu Sans Mono"/>
                <a:ea typeface="DejaVu Sans Mono"/>
                <a:cs typeface="DejaVu Sans Mono"/>
              </a:rPr>
              <a:t>except pika.exceptions.AMQPConnectionError:</a:t>
            </a:r>
          </a:p>
          <a:p xmlns:a="http://schemas.openxmlformats.org/drawingml/2006/main">
            <a:pPr>
              <a:defRPr sz="1725" b="0">
                <a:solidFill>
                  <a:srgbClr val="17252F"/>
                </a:solidFill>
                <a:latin typeface="DejaVu Sans Mono"/>
                <a:ea typeface="DejaVu Sans Mono"/>
                <a:cs typeface="DejaVu Sans Mono"/>
              </a:defRPr>
            </a:pPr>
            <a:r>
              <a:rPr sz="1725" b="0">
                <a:solidFill>
                  <a:srgbClr val="17252F"/>
                </a:solidFill>
                <a:latin typeface="DejaVu Sans Mono"/>
                <a:ea typeface="DejaVu Sans Mono"/>
                <a:cs typeface="DejaVu Sans Mono"/>
              </a:rPr>
              <a:t>    raise</a:t>
            </a:r>
          </a:p>
          <a:p xmlns:a="http://schemas.openxmlformats.org/drawingml/2006/main">
            <a:pPr>
              <a:defRPr sz="1725" b="0">
                <a:solidFill>
                  <a:srgbClr val="17252F"/>
                </a:solidFill>
                <a:latin typeface="DejaVu Sans Mono"/>
                <a:ea typeface="DejaVu Sans Mono"/>
                <a:cs typeface="DejaVu Sans Mono"/>
              </a:defRPr>
            </a:pPr>
            <a:r>
              <a:rPr sz="1725" b="0">
                <a:solidFill>
                  <a:srgbClr val="17252F"/>
                </a:solidFill>
                <a:latin typeface="DejaVu Sans Mono"/>
                <a:ea typeface="DejaVu Sans Mono"/>
                <a:cs typeface="DejaVu Sans Mono"/>
              </a:rPr>
              <a:t>except Exception:</a:t>
            </a:r>
          </a:p>
          <a:p xmlns:a="http://schemas.openxmlformats.org/drawingml/2006/main">
            <a:pPr>
              <a:defRPr sz="1725" b="0">
                <a:solidFill>
                  <a:srgbClr val="17252F"/>
                </a:solidFill>
                <a:latin typeface="DejaVu Sans Mono"/>
                <a:ea typeface="DejaVu Sans Mono"/>
                <a:cs typeface="DejaVu Sans Mono"/>
              </a:defRPr>
            </a:pPr>
            <a:r>
              <a:rPr sz="1725" b="0">
                <a:solidFill>
                  <a:srgbClr val="17252F"/>
                </a:solidFill>
                <a:latin typeface="DejaVu Sans Mono"/>
                <a:ea typeface="DejaVu Sans Mono"/>
                <a:cs typeface="DejaVu Sans Mono"/>
              </a:rPr>
              <a:t>    ch.basic_nack(tag, requeue=not method.redelivered)</a:t>
            </a:r>
          </a:p>
          <a:p xmlns:a="http://schemas.openxmlformats.org/drawingml/2006/main">
            <a:pPr>
              <a:defRPr sz="1725" b="0">
                <a:solidFill>
                  <a:srgbClr val="17252F"/>
                </a:solidFill>
                <a:latin typeface="DejaVu Sans Mono"/>
                <a:ea typeface="DejaVu Sans Mono"/>
                <a:cs typeface="DejaVu Sans Mono"/>
              </a:defRPr>
            </a:pPr>
            <a:r>
              <a:rPr sz="1725" b="0">
                <a:solidFill>
                  <a:srgbClr val="17252F"/>
                </a:solidFill>
                <a:latin typeface="DejaVu Sans Mono"/>
                <a:ea typeface="DejaVu Sans Mono"/>
                <a:cs typeface="DejaVu Sans Mono"/>
              </a:rPr>
              <a:t>    return</a:t>
            </a:r>
          </a:p>
          <a:p xmlns:a="http://schemas.openxmlformats.org/drawingml/2006/main">
            <a:pPr>
              <a:defRPr sz="1725" b="0">
                <a:solidFill>
                  <a:srgbClr val="17252F"/>
                </a:solidFill>
                <a:latin typeface="DejaVu Sans Mono"/>
                <a:ea typeface="DejaVu Sans Mono"/>
                <a:cs typeface="DejaVu Sans Mono"/>
              </a:defRPr>
            </a:pPr>
            <a:r>
              <a:rPr sz="1725" b="0">
                <a:solidFill>
                  <a:srgbClr val="17252F"/>
                </a:solidFill>
                <a:latin typeface="DejaVu Sans Mono"/>
                <a:ea typeface="DejaVu Sans Mono"/>
                <a:cs typeface="DejaVu Sans Mono"/>
              </a:rPr>
              <a:t>ch.basic_ack(tag)</a:t>
            </a:r>
          </a:p>
        </p:txBody>
      </p:sp>
      <p:sp>
        <p:nvSpPr>
          <p:cNvPr id="5" name="text-4">
            <a:extLst xmlns:a="http://schemas.openxmlformats.org/drawingml/2006/main">
              <a:ext uri="{FF2B5EF4-FFF2-40B4-BE49-F238E27FC236}">
                <a16:creationId xmlns:a16="http://schemas.microsoft.com/office/drawing/2014/main" id="{6A87094E-1CBE-4C7F-AFAB-5DD572BF1496}"/>
              </a:ext>
            </a:extLst>
          </p:cNvPr>
          <p:cNvSpPr>
            <a:spLocks xmlns:a="http://schemas.openxmlformats.org/drawingml/2006/main" noGrp="1"/>
          </p:cNvSpPr>
          <p:nvPr/>
        </p:nvSpPr>
        <p:spPr>
          <a:xfrm xmlns:a="http://schemas.openxmlformats.org/drawingml/2006/main">
            <a:off x="9048750" y="200025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1950" b="1">
                <a:solidFill>
                  <a:srgbClr val="176B78"/>
                </a:solidFill>
                <a:latin typeface="Nimbus Sans"/>
                <a:ea typeface="Nimbus Sans"/>
                <a:cs typeface="Nimbus Sans"/>
              </a:defRPr>
            </a:defPPr>
            <a:lvl1pPr>
              <a:defRPr sz="1950" b="1">
                <a:solidFill>
                  <a:srgbClr val="176B78"/>
                </a:solidFill>
                <a:latin typeface="Nimbus Sans"/>
                <a:ea typeface="Nimbus Sans"/>
                <a:cs typeface="Nimbus Sans"/>
              </a:defRPr>
            </a:lvl1pPr>
            <a:lvl2pPr>
              <a:defRPr sz="1950" b="1">
                <a:solidFill>
                  <a:srgbClr val="176B78"/>
                </a:solidFill>
                <a:latin typeface="Nimbus Sans"/>
                <a:ea typeface="Nimbus Sans"/>
                <a:cs typeface="Nimbus Sans"/>
              </a:defRPr>
            </a:lvl2pPr>
            <a:lvl3pPr>
              <a:defRPr sz="1950" b="1">
                <a:solidFill>
                  <a:srgbClr val="176B78"/>
                </a:solidFill>
                <a:latin typeface="Nimbus Sans"/>
                <a:ea typeface="Nimbus Sans"/>
                <a:cs typeface="Nimbus Sans"/>
              </a:defRPr>
            </a:lvl3pPr>
            <a:lvl4pPr>
              <a:defRPr sz="1950" b="1">
                <a:solidFill>
                  <a:srgbClr val="176B78"/>
                </a:solidFill>
                <a:latin typeface="Nimbus Sans"/>
                <a:ea typeface="Nimbus Sans"/>
                <a:cs typeface="Nimbus Sans"/>
              </a:defRPr>
            </a:lvl4pPr>
            <a:lvl5pPr>
              <a:defRPr sz="1950" b="1">
                <a:solidFill>
                  <a:srgbClr val="176B78"/>
                </a:solidFill>
                <a:latin typeface="Nimbus Sans"/>
                <a:ea typeface="Nimbus Sans"/>
                <a:cs typeface="Nimbus Sans"/>
              </a:defRPr>
            </a:lvl5pPr>
            <a:lvl6pPr>
              <a:defRPr sz="1950" b="1">
                <a:solidFill>
                  <a:srgbClr val="176B78"/>
                </a:solidFill>
                <a:latin typeface="Nimbus Sans"/>
                <a:ea typeface="Nimbus Sans"/>
                <a:cs typeface="Nimbus Sans"/>
              </a:defRPr>
            </a:lvl6pPr>
            <a:lvl7pPr>
              <a:defRPr sz="1950" b="1">
                <a:solidFill>
                  <a:srgbClr val="176B78"/>
                </a:solidFill>
                <a:latin typeface="Nimbus Sans"/>
                <a:ea typeface="Nimbus Sans"/>
                <a:cs typeface="Nimbus Sans"/>
              </a:defRPr>
            </a:lvl7pPr>
            <a:lvl8pPr>
              <a:defRPr sz="1950" b="1">
                <a:solidFill>
                  <a:srgbClr val="176B78"/>
                </a:solidFill>
                <a:latin typeface="Nimbus Sans"/>
                <a:ea typeface="Nimbus Sans"/>
                <a:cs typeface="Nimbus Sans"/>
              </a:defRPr>
            </a:lvl8pPr>
            <a:lvl9pPr>
              <a:defRPr sz="1950" b="1">
                <a:solidFill>
                  <a:srgbClr val="176B78"/>
                </a:solidFill>
                <a:latin typeface="Nimbus Sans"/>
                <a:ea typeface="Nimbus Sans"/>
                <a:cs typeface="Nimbus Sans"/>
              </a:defRPr>
            </a:lvl9pPr>
          </a:lstStyle>
          <a:p xmlns:a="http://schemas.openxmlformats.org/drawingml/2006/main">
            <a:pPr>
              <a:defRPr sz="1950" b="1">
                <a:solidFill>
                  <a:srgbClr val="176B78"/>
                </a:solidFill>
                <a:latin typeface="Nimbus Sans"/>
                <a:ea typeface="Nimbus Sans"/>
                <a:cs typeface="Nimbus Sans"/>
              </a:defRPr>
            </a:pPr>
            <a:r>
              <a:rPr sz="1950" b="1">
                <a:solidFill>
                  <a:srgbClr val="176B78"/>
                </a:solidFill>
                <a:latin typeface="Nimbus Sans"/>
                <a:ea typeface="Nimbus Sans"/>
                <a:cs typeface="Nimbus Sans"/>
              </a:rPr>
              <a:t>Ungültiger Inhalt</a:t>
            </a:r>
          </a:p>
        </p:txBody>
      </p:sp>
      <p:sp>
        <p:nvSpPr>
          <p:cNvPr id="6" name="text-5">
            <a:extLst xmlns:a="http://schemas.openxmlformats.org/drawingml/2006/main">
              <a:ext uri="{FF2B5EF4-FFF2-40B4-BE49-F238E27FC236}">
                <a16:creationId xmlns:a16="http://schemas.microsoft.com/office/drawing/2014/main" id="{7555A915-A292-4F54-8509-59F9A891DED4}"/>
              </a:ext>
            </a:extLst>
          </p:cNvPr>
          <p:cNvSpPr>
            <a:spLocks xmlns:a="http://schemas.openxmlformats.org/drawingml/2006/main" noGrp="1"/>
          </p:cNvSpPr>
          <p:nvPr/>
        </p:nvSpPr>
        <p:spPr>
          <a:xfrm xmlns:a="http://schemas.openxmlformats.org/drawingml/2006/main">
            <a:off x="9048750" y="2457450"/>
            <a:ext cx="2476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1875" b="0">
                <a:solidFill>
                  <a:srgbClr val="17252F"/>
                </a:solidFill>
                <a:latin typeface="Nimbus Sans"/>
                <a:ea typeface="Nimbus Sans"/>
                <a:cs typeface="Nimbus Sans"/>
              </a:defRPr>
            </a:defPPr>
            <a:lvl1pPr>
              <a:defRPr sz="1875" b="0">
                <a:solidFill>
                  <a:srgbClr val="17252F"/>
                </a:solidFill>
                <a:latin typeface="Nimbus Sans"/>
                <a:ea typeface="Nimbus Sans"/>
                <a:cs typeface="Nimbus Sans"/>
              </a:defRPr>
            </a:lvl1pPr>
            <a:lvl2pPr>
              <a:defRPr sz="1875" b="0">
                <a:solidFill>
                  <a:srgbClr val="17252F"/>
                </a:solidFill>
                <a:latin typeface="Nimbus Sans"/>
                <a:ea typeface="Nimbus Sans"/>
                <a:cs typeface="Nimbus Sans"/>
              </a:defRPr>
            </a:lvl2pPr>
            <a:lvl3pPr>
              <a:defRPr sz="1875" b="0">
                <a:solidFill>
                  <a:srgbClr val="17252F"/>
                </a:solidFill>
                <a:latin typeface="Nimbus Sans"/>
                <a:ea typeface="Nimbus Sans"/>
                <a:cs typeface="Nimbus Sans"/>
              </a:defRPr>
            </a:lvl3pPr>
            <a:lvl4pPr>
              <a:defRPr sz="1875" b="0">
                <a:solidFill>
                  <a:srgbClr val="17252F"/>
                </a:solidFill>
                <a:latin typeface="Nimbus Sans"/>
                <a:ea typeface="Nimbus Sans"/>
                <a:cs typeface="Nimbus Sans"/>
              </a:defRPr>
            </a:lvl4pPr>
            <a:lvl5pPr>
              <a:defRPr sz="1875" b="0">
                <a:solidFill>
                  <a:srgbClr val="17252F"/>
                </a:solidFill>
                <a:latin typeface="Nimbus Sans"/>
                <a:ea typeface="Nimbus Sans"/>
                <a:cs typeface="Nimbus Sans"/>
              </a:defRPr>
            </a:lvl5pPr>
            <a:lvl6pPr>
              <a:defRPr sz="1875" b="0">
                <a:solidFill>
                  <a:srgbClr val="17252F"/>
                </a:solidFill>
                <a:latin typeface="Nimbus Sans"/>
                <a:ea typeface="Nimbus Sans"/>
                <a:cs typeface="Nimbus Sans"/>
              </a:defRPr>
            </a:lvl6pPr>
            <a:lvl7pPr>
              <a:defRPr sz="1875" b="0">
                <a:solidFill>
                  <a:srgbClr val="17252F"/>
                </a:solidFill>
                <a:latin typeface="Nimbus Sans"/>
                <a:ea typeface="Nimbus Sans"/>
                <a:cs typeface="Nimbus Sans"/>
              </a:defRPr>
            </a:lvl7pPr>
            <a:lvl8pPr>
              <a:defRPr sz="1875" b="0">
                <a:solidFill>
                  <a:srgbClr val="17252F"/>
                </a:solidFill>
                <a:latin typeface="Nimbus Sans"/>
                <a:ea typeface="Nimbus Sans"/>
                <a:cs typeface="Nimbus Sans"/>
              </a:defRPr>
            </a:lvl8pPr>
            <a:lvl9pPr>
              <a:defRPr sz="1875" b="0">
                <a:solidFill>
                  <a:srgbClr val="17252F"/>
                </a:solidFill>
                <a:latin typeface="Nimbus Sans"/>
                <a:ea typeface="Nimbus Sans"/>
                <a:cs typeface="Nimbus Sans"/>
              </a:defRPr>
            </a:lvl9pPr>
          </a:lstStyle>
          <a:p xmlns:a="http://schemas.openxmlformats.org/drawingml/2006/main">
            <a:pPr>
              <a:defRPr sz="1875" b="0">
                <a:solidFill>
                  <a:srgbClr val="17252F"/>
                </a:solidFill>
                <a:latin typeface="Nimbus Sans"/>
                <a:ea typeface="Nimbus Sans"/>
                <a:cs typeface="Nimbus Sans"/>
              </a:defRPr>
            </a:pPr>
            <a:r>
              <a:rPr sz="1875" b="0">
                <a:solidFill>
                  <a:srgbClr val="17252F"/>
                </a:solidFill>
                <a:latin typeface="Nimbus Sans"/>
                <a:ea typeface="Nimbus Sans"/>
                <a:cs typeface="Nimbus Sans"/>
              </a:rPr>
              <a:t>NACK ohne Requeue: direkt über DLX in die DLQ</a:t>
            </a:r>
          </a:p>
        </p:txBody>
      </p:sp>
      <p:sp>
        <p:nvSpPr>
          <p:cNvPr id="7" name="text-6">
            <a:extLst xmlns:a="http://schemas.openxmlformats.org/drawingml/2006/main">
              <a:ext uri="{FF2B5EF4-FFF2-40B4-BE49-F238E27FC236}">
                <a16:creationId xmlns:a16="http://schemas.microsoft.com/office/drawing/2014/main" id="{AAD06B1D-CED6-443C-A25A-414D82BF9082}"/>
              </a:ext>
            </a:extLst>
          </p:cNvPr>
          <p:cNvSpPr>
            <a:spLocks xmlns:a="http://schemas.openxmlformats.org/drawingml/2006/main" noGrp="1"/>
          </p:cNvSpPr>
          <p:nvPr/>
        </p:nvSpPr>
        <p:spPr>
          <a:xfrm xmlns:a="http://schemas.openxmlformats.org/drawingml/2006/main">
            <a:off x="9048750" y="363855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1950" b="1">
                <a:solidFill>
                  <a:srgbClr val="176B78"/>
                </a:solidFill>
                <a:latin typeface="Nimbus Sans"/>
                <a:ea typeface="Nimbus Sans"/>
                <a:cs typeface="Nimbus Sans"/>
              </a:defRPr>
            </a:defPPr>
            <a:lvl1pPr>
              <a:defRPr sz="1950" b="1">
                <a:solidFill>
                  <a:srgbClr val="176B78"/>
                </a:solidFill>
                <a:latin typeface="Nimbus Sans"/>
                <a:ea typeface="Nimbus Sans"/>
                <a:cs typeface="Nimbus Sans"/>
              </a:defRPr>
            </a:lvl1pPr>
            <a:lvl2pPr>
              <a:defRPr sz="1950" b="1">
                <a:solidFill>
                  <a:srgbClr val="176B78"/>
                </a:solidFill>
                <a:latin typeface="Nimbus Sans"/>
                <a:ea typeface="Nimbus Sans"/>
                <a:cs typeface="Nimbus Sans"/>
              </a:defRPr>
            </a:lvl2pPr>
            <a:lvl3pPr>
              <a:defRPr sz="1950" b="1">
                <a:solidFill>
                  <a:srgbClr val="176B78"/>
                </a:solidFill>
                <a:latin typeface="Nimbus Sans"/>
                <a:ea typeface="Nimbus Sans"/>
                <a:cs typeface="Nimbus Sans"/>
              </a:defRPr>
            </a:lvl3pPr>
            <a:lvl4pPr>
              <a:defRPr sz="1950" b="1">
                <a:solidFill>
                  <a:srgbClr val="176B78"/>
                </a:solidFill>
                <a:latin typeface="Nimbus Sans"/>
                <a:ea typeface="Nimbus Sans"/>
                <a:cs typeface="Nimbus Sans"/>
              </a:defRPr>
            </a:lvl4pPr>
            <a:lvl5pPr>
              <a:defRPr sz="1950" b="1">
                <a:solidFill>
                  <a:srgbClr val="176B78"/>
                </a:solidFill>
                <a:latin typeface="Nimbus Sans"/>
                <a:ea typeface="Nimbus Sans"/>
                <a:cs typeface="Nimbus Sans"/>
              </a:defRPr>
            </a:lvl5pPr>
            <a:lvl6pPr>
              <a:defRPr sz="1950" b="1">
                <a:solidFill>
                  <a:srgbClr val="176B78"/>
                </a:solidFill>
                <a:latin typeface="Nimbus Sans"/>
                <a:ea typeface="Nimbus Sans"/>
                <a:cs typeface="Nimbus Sans"/>
              </a:defRPr>
            </a:lvl6pPr>
            <a:lvl7pPr>
              <a:defRPr sz="1950" b="1">
                <a:solidFill>
                  <a:srgbClr val="176B78"/>
                </a:solidFill>
                <a:latin typeface="Nimbus Sans"/>
                <a:ea typeface="Nimbus Sans"/>
                <a:cs typeface="Nimbus Sans"/>
              </a:defRPr>
            </a:lvl7pPr>
            <a:lvl8pPr>
              <a:defRPr sz="1950" b="1">
                <a:solidFill>
                  <a:srgbClr val="176B78"/>
                </a:solidFill>
                <a:latin typeface="Nimbus Sans"/>
                <a:ea typeface="Nimbus Sans"/>
                <a:cs typeface="Nimbus Sans"/>
              </a:defRPr>
            </a:lvl8pPr>
            <a:lvl9pPr>
              <a:defRPr sz="1950" b="1">
                <a:solidFill>
                  <a:srgbClr val="176B78"/>
                </a:solidFill>
                <a:latin typeface="Nimbus Sans"/>
                <a:ea typeface="Nimbus Sans"/>
                <a:cs typeface="Nimbus Sans"/>
              </a:defRPr>
            </a:lvl9pPr>
          </a:lstStyle>
          <a:p xmlns:a="http://schemas.openxmlformats.org/drawingml/2006/main">
            <a:pPr>
              <a:defRPr sz="1950" b="1">
                <a:solidFill>
                  <a:srgbClr val="176B78"/>
                </a:solidFill>
                <a:latin typeface="Nimbus Sans"/>
                <a:ea typeface="Nimbus Sans"/>
                <a:cs typeface="Nimbus Sans"/>
              </a:defRPr>
            </a:pPr>
            <a:r>
              <a:rPr sz="1950" b="1">
                <a:solidFill>
                  <a:srgbClr val="176B78"/>
                </a:solidFill>
                <a:latin typeface="Nimbus Sans"/>
                <a:ea typeface="Nimbus Sans"/>
                <a:cs typeface="Nimbus Sans"/>
              </a:rPr>
              <a:t>Verarbeitungsfehler</a:t>
            </a:r>
          </a:p>
        </p:txBody>
      </p:sp>
      <p:sp>
        <p:nvSpPr>
          <p:cNvPr id="8" name="text-7">
            <a:extLst xmlns:a="http://schemas.openxmlformats.org/drawingml/2006/main">
              <a:ext uri="{FF2B5EF4-FFF2-40B4-BE49-F238E27FC236}">
                <a16:creationId xmlns:a16="http://schemas.microsoft.com/office/drawing/2014/main" id="{1FC89395-9A89-4AB6-B1BE-3E319024B96A}"/>
              </a:ext>
            </a:extLst>
          </p:cNvPr>
          <p:cNvSpPr>
            <a:spLocks xmlns:a="http://schemas.openxmlformats.org/drawingml/2006/main" noGrp="1"/>
          </p:cNvSpPr>
          <p:nvPr/>
        </p:nvSpPr>
        <p:spPr>
          <a:xfrm xmlns:a="http://schemas.openxmlformats.org/drawingml/2006/main">
            <a:off x="9048750" y="4114800"/>
            <a:ext cx="2476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1875" b="0">
                <a:solidFill>
                  <a:srgbClr val="17252F"/>
                </a:solidFill>
                <a:latin typeface="Nimbus Sans"/>
                <a:ea typeface="Nimbus Sans"/>
                <a:cs typeface="Nimbus Sans"/>
              </a:defRPr>
            </a:defPPr>
            <a:lvl1pPr>
              <a:defRPr sz="1875" b="0">
                <a:solidFill>
                  <a:srgbClr val="17252F"/>
                </a:solidFill>
                <a:latin typeface="Nimbus Sans"/>
                <a:ea typeface="Nimbus Sans"/>
                <a:cs typeface="Nimbus Sans"/>
              </a:defRPr>
            </a:lvl1pPr>
            <a:lvl2pPr>
              <a:defRPr sz="1875" b="0">
                <a:solidFill>
                  <a:srgbClr val="17252F"/>
                </a:solidFill>
                <a:latin typeface="Nimbus Sans"/>
                <a:ea typeface="Nimbus Sans"/>
                <a:cs typeface="Nimbus Sans"/>
              </a:defRPr>
            </a:lvl2pPr>
            <a:lvl3pPr>
              <a:defRPr sz="1875" b="0">
                <a:solidFill>
                  <a:srgbClr val="17252F"/>
                </a:solidFill>
                <a:latin typeface="Nimbus Sans"/>
                <a:ea typeface="Nimbus Sans"/>
                <a:cs typeface="Nimbus Sans"/>
              </a:defRPr>
            </a:lvl3pPr>
            <a:lvl4pPr>
              <a:defRPr sz="1875" b="0">
                <a:solidFill>
                  <a:srgbClr val="17252F"/>
                </a:solidFill>
                <a:latin typeface="Nimbus Sans"/>
                <a:ea typeface="Nimbus Sans"/>
                <a:cs typeface="Nimbus Sans"/>
              </a:defRPr>
            </a:lvl4pPr>
            <a:lvl5pPr>
              <a:defRPr sz="1875" b="0">
                <a:solidFill>
                  <a:srgbClr val="17252F"/>
                </a:solidFill>
                <a:latin typeface="Nimbus Sans"/>
                <a:ea typeface="Nimbus Sans"/>
                <a:cs typeface="Nimbus Sans"/>
              </a:defRPr>
            </a:lvl5pPr>
            <a:lvl6pPr>
              <a:defRPr sz="1875" b="0">
                <a:solidFill>
                  <a:srgbClr val="17252F"/>
                </a:solidFill>
                <a:latin typeface="Nimbus Sans"/>
                <a:ea typeface="Nimbus Sans"/>
                <a:cs typeface="Nimbus Sans"/>
              </a:defRPr>
            </a:lvl6pPr>
            <a:lvl7pPr>
              <a:defRPr sz="1875" b="0">
                <a:solidFill>
                  <a:srgbClr val="17252F"/>
                </a:solidFill>
                <a:latin typeface="Nimbus Sans"/>
                <a:ea typeface="Nimbus Sans"/>
                <a:cs typeface="Nimbus Sans"/>
              </a:defRPr>
            </a:lvl7pPr>
            <a:lvl8pPr>
              <a:defRPr sz="1875" b="0">
                <a:solidFill>
                  <a:srgbClr val="17252F"/>
                </a:solidFill>
                <a:latin typeface="Nimbus Sans"/>
                <a:ea typeface="Nimbus Sans"/>
                <a:cs typeface="Nimbus Sans"/>
              </a:defRPr>
            </a:lvl8pPr>
            <a:lvl9pPr>
              <a:defRPr sz="1875" b="0">
                <a:solidFill>
                  <a:srgbClr val="17252F"/>
                </a:solidFill>
                <a:latin typeface="Nimbus Sans"/>
                <a:ea typeface="Nimbus Sans"/>
                <a:cs typeface="Nimbus Sans"/>
              </a:defRPr>
            </a:lvl9pPr>
          </a:lstStyle>
          <a:p xmlns:a="http://schemas.openxmlformats.org/drawingml/2006/main">
            <a:pPr>
              <a:defRPr sz="1875" b="0">
                <a:solidFill>
                  <a:srgbClr val="17252F"/>
                </a:solidFill>
                <a:latin typeface="Nimbus Sans"/>
                <a:ea typeface="Nimbus Sans"/>
                <a:cs typeface="Nimbus Sans"/>
              </a:defRPr>
            </a:pPr>
            <a:r>
              <a:rPr sz="1875" b="0">
                <a:solidFill>
                  <a:srgbClr val="17252F"/>
                </a:solidFill>
                <a:latin typeface="Nimbus Sans"/>
                <a:ea typeface="Nimbus Sans"/>
                <a:cs typeface="Nimbus Sans"/>
              </a:rPr>
              <a:t>Erstmals: Requeue</a:t>
            </a:r>
          </a:p>
          <a:p xmlns:a="http://schemas.openxmlformats.org/drawingml/2006/main">
            <a:pPr>
              <a:defRPr sz="1875" b="0">
                <a:solidFill>
                  <a:srgbClr val="17252F"/>
                </a:solidFill>
                <a:latin typeface="Nimbus Sans"/>
                <a:ea typeface="Nimbus Sans"/>
                <a:cs typeface="Nimbus Sans"/>
              </a:defRPr>
            </a:pPr>
            <a:r>
              <a:rPr sz="1875" b="0">
                <a:solidFill>
                  <a:srgbClr val="17252F"/>
                </a:solidFill>
                <a:latin typeface="Nimbus Sans"/>
                <a:ea typeface="Nimbus Sans"/>
                <a:cs typeface="Nimbus Sans"/>
              </a:rPr>
              <a:t>Erneut: DLQ</a:t>
            </a:r>
          </a:p>
        </p:txBody>
      </p:sp>
      <p:sp>
        <p:nvSpPr>
          <p:cNvPr id="9" name="text-8">
            <a:extLst xmlns:a="http://schemas.openxmlformats.org/drawingml/2006/main">
              <a:ext uri="{FF2B5EF4-FFF2-40B4-BE49-F238E27FC236}">
                <a16:creationId xmlns:a16="http://schemas.microsoft.com/office/drawing/2014/main" id="{883E6BC0-313F-48E3-BFB7-A87C5F744DC2}"/>
              </a:ext>
            </a:extLst>
          </p:cNvPr>
          <p:cNvSpPr>
            <a:spLocks xmlns:a="http://schemas.openxmlformats.org/drawingml/2006/main" noGrp="1"/>
          </p:cNvSpPr>
          <p:nvPr/>
        </p:nvSpPr>
        <p:spPr>
          <a:xfrm xmlns:a="http://schemas.openxmlformats.org/drawingml/2006/main">
            <a:off x="9048750" y="5191125"/>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1950" b="1">
                <a:solidFill>
                  <a:srgbClr val="176B78"/>
                </a:solidFill>
                <a:latin typeface="Nimbus Sans"/>
                <a:ea typeface="Nimbus Sans"/>
                <a:cs typeface="Nimbus Sans"/>
              </a:defRPr>
            </a:defPPr>
            <a:lvl1pPr>
              <a:defRPr sz="1950" b="1">
                <a:solidFill>
                  <a:srgbClr val="176B78"/>
                </a:solidFill>
                <a:latin typeface="Nimbus Sans"/>
                <a:ea typeface="Nimbus Sans"/>
                <a:cs typeface="Nimbus Sans"/>
              </a:defRPr>
            </a:lvl1pPr>
            <a:lvl2pPr>
              <a:defRPr sz="1950" b="1">
                <a:solidFill>
                  <a:srgbClr val="176B78"/>
                </a:solidFill>
                <a:latin typeface="Nimbus Sans"/>
                <a:ea typeface="Nimbus Sans"/>
                <a:cs typeface="Nimbus Sans"/>
              </a:defRPr>
            </a:lvl2pPr>
            <a:lvl3pPr>
              <a:defRPr sz="1950" b="1">
                <a:solidFill>
                  <a:srgbClr val="176B78"/>
                </a:solidFill>
                <a:latin typeface="Nimbus Sans"/>
                <a:ea typeface="Nimbus Sans"/>
                <a:cs typeface="Nimbus Sans"/>
              </a:defRPr>
            </a:lvl3pPr>
            <a:lvl4pPr>
              <a:defRPr sz="1950" b="1">
                <a:solidFill>
                  <a:srgbClr val="176B78"/>
                </a:solidFill>
                <a:latin typeface="Nimbus Sans"/>
                <a:ea typeface="Nimbus Sans"/>
                <a:cs typeface="Nimbus Sans"/>
              </a:defRPr>
            </a:lvl4pPr>
            <a:lvl5pPr>
              <a:defRPr sz="1950" b="1">
                <a:solidFill>
                  <a:srgbClr val="176B78"/>
                </a:solidFill>
                <a:latin typeface="Nimbus Sans"/>
                <a:ea typeface="Nimbus Sans"/>
                <a:cs typeface="Nimbus Sans"/>
              </a:defRPr>
            </a:lvl5pPr>
            <a:lvl6pPr>
              <a:defRPr sz="1950" b="1">
                <a:solidFill>
                  <a:srgbClr val="176B78"/>
                </a:solidFill>
                <a:latin typeface="Nimbus Sans"/>
                <a:ea typeface="Nimbus Sans"/>
                <a:cs typeface="Nimbus Sans"/>
              </a:defRPr>
            </a:lvl6pPr>
            <a:lvl7pPr>
              <a:defRPr sz="1950" b="1">
                <a:solidFill>
                  <a:srgbClr val="176B78"/>
                </a:solidFill>
                <a:latin typeface="Nimbus Sans"/>
                <a:ea typeface="Nimbus Sans"/>
                <a:cs typeface="Nimbus Sans"/>
              </a:defRPr>
            </a:lvl7pPr>
            <a:lvl8pPr>
              <a:defRPr sz="1950" b="1">
                <a:solidFill>
                  <a:srgbClr val="176B78"/>
                </a:solidFill>
                <a:latin typeface="Nimbus Sans"/>
                <a:ea typeface="Nimbus Sans"/>
                <a:cs typeface="Nimbus Sans"/>
              </a:defRPr>
            </a:lvl8pPr>
            <a:lvl9pPr>
              <a:defRPr sz="1950" b="1">
                <a:solidFill>
                  <a:srgbClr val="176B78"/>
                </a:solidFill>
                <a:latin typeface="Nimbus Sans"/>
                <a:ea typeface="Nimbus Sans"/>
                <a:cs typeface="Nimbus Sans"/>
              </a:defRPr>
            </a:lvl9pPr>
          </a:lstStyle>
          <a:p xmlns:a="http://schemas.openxmlformats.org/drawingml/2006/main">
            <a:pPr>
              <a:defRPr sz="1950" b="1">
                <a:solidFill>
                  <a:srgbClr val="176B78"/>
                </a:solidFill>
                <a:latin typeface="Nimbus Sans"/>
                <a:ea typeface="Nimbus Sans"/>
                <a:cs typeface="Nimbus Sans"/>
              </a:defRPr>
            </a:pPr>
            <a:r>
              <a:rPr sz="1950" b="1">
                <a:solidFill>
                  <a:srgbClr val="176B78"/>
                </a:solidFill>
                <a:latin typeface="Nimbus Sans"/>
                <a:ea typeface="Nimbus Sans"/>
                <a:cs typeface="Nimbus Sans"/>
              </a:rPr>
              <a:t>Erfolgreich</a:t>
            </a:r>
          </a:p>
        </p:txBody>
      </p:sp>
      <p:sp>
        <p:nvSpPr>
          <p:cNvPr id="10" name="text-9">
            <a:extLst xmlns:a="http://schemas.openxmlformats.org/drawingml/2006/main">
              <a:ext uri="{FF2B5EF4-FFF2-40B4-BE49-F238E27FC236}">
                <a16:creationId xmlns:a16="http://schemas.microsoft.com/office/drawing/2014/main" id="{818F74AC-3F26-4F26-B2C4-A79BDE149AF2}"/>
              </a:ext>
            </a:extLst>
          </p:cNvPr>
          <p:cNvSpPr>
            <a:spLocks xmlns:a="http://schemas.openxmlformats.org/drawingml/2006/main" noGrp="1"/>
          </p:cNvSpPr>
          <p:nvPr/>
        </p:nvSpPr>
        <p:spPr>
          <a:xfrm xmlns:a="http://schemas.openxmlformats.org/drawingml/2006/main">
            <a:off x="9048750" y="5648325"/>
            <a:ext cx="2476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1875" b="0">
                <a:solidFill>
                  <a:srgbClr val="17252F"/>
                </a:solidFill>
                <a:latin typeface="Nimbus Sans"/>
                <a:ea typeface="Nimbus Sans"/>
                <a:cs typeface="Nimbus Sans"/>
              </a:defRPr>
            </a:defPPr>
            <a:lvl1pPr>
              <a:defRPr sz="1875" b="0">
                <a:solidFill>
                  <a:srgbClr val="17252F"/>
                </a:solidFill>
                <a:latin typeface="Nimbus Sans"/>
                <a:ea typeface="Nimbus Sans"/>
                <a:cs typeface="Nimbus Sans"/>
              </a:defRPr>
            </a:lvl1pPr>
            <a:lvl2pPr>
              <a:defRPr sz="1875" b="0">
                <a:solidFill>
                  <a:srgbClr val="17252F"/>
                </a:solidFill>
                <a:latin typeface="Nimbus Sans"/>
                <a:ea typeface="Nimbus Sans"/>
                <a:cs typeface="Nimbus Sans"/>
              </a:defRPr>
            </a:lvl2pPr>
            <a:lvl3pPr>
              <a:defRPr sz="1875" b="0">
                <a:solidFill>
                  <a:srgbClr val="17252F"/>
                </a:solidFill>
                <a:latin typeface="Nimbus Sans"/>
                <a:ea typeface="Nimbus Sans"/>
                <a:cs typeface="Nimbus Sans"/>
              </a:defRPr>
            </a:lvl3pPr>
            <a:lvl4pPr>
              <a:defRPr sz="1875" b="0">
                <a:solidFill>
                  <a:srgbClr val="17252F"/>
                </a:solidFill>
                <a:latin typeface="Nimbus Sans"/>
                <a:ea typeface="Nimbus Sans"/>
                <a:cs typeface="Nimbus Sans"/>
              </a:defRPr>
            </a:lvl4pPr>
            <a:lvl5pPr>
              <a:defRPr sz="1875" b="0">
                <a:solidFill>
                  <a:srgbClr val="17252F"/>
                </a:solidFill>
                <a:latin typeface="Nimbus Sans"/>
                <a:ea typeface="Nimbus Sans"/>
                <a:cs typeface="Nimbus Sans"/>
              </a:defRPr>
            </a:lvl5pPr>
            <a:lvl6pPr>
              <a:defRPr sz="1875" b="0">
                <a:solidFill>
                  <a:srgbClr val="17252F"/>
                </a:solidFill>
                <a:latin typeface="Nimbus Sans"/>
                <a:ea typeface="Nimbus Sans"/>
                <a:cs typeface="Nimbus Sans"/>
              </a:defRPr>
            </a:lvl6pPr>
            <a:lvl7pPr>
              <a:defRPr sz="1875" b="0">
                <a:solidFill>
                  <a:srgbClr val="17252F"/>
                </a:solidFill>
                <a:latin typeface="Nimbus Sans"/>
                <a:ea typeface="Nimbus Sans"/>
                <a:cs typeface="Nimbus Sans"/>
              </a:defRPr>
            </a:lvl7pPr>
            <a:lvl8pPr>
              <a:defRPr sz="1875" b="0">
                <a:solidFill>
                  <a:srgbClr val="17252F"/>
                </a:solidFill>
                <a:latin typeface="Nimbus Sans"/>
                <a:ea typeface="Nimbus Sans"/>
                <a:cs typeface="Nimbus Sans"/>
              </a:defRPr>
            </a:lvl8pPr>
            <a:lvl9pPr>
              <a:defRPr sz="1875" b="0">
                <a:solidFill>
                  <a:srgbClr val="17252F"/>
                </a:solidFill>
                <a:latin typeface="Nimbus Sans"/>
                <a:ea typeface="Nimbus Sans"/>
                <a:cs typeface="Nimbus Sans"/>
              </a:defRPr>
            </a:lvl9pPr>
          </a:lstStyle>
          <a:p xmlns:a="http://schemas.openxmlformats.org/drawingml/2006/main">
            <a:pPr>
              <a:defRPr sz="1875" b="0">
                <a:solidFill>
                  <a:srgbClr val="17252F"/>
                </a:solidFill>
                <a:latin typeface="Nimbus Sans"/>
                <a:ea typeface="Nimbus Sans"/>
                <a:cs typeface="Nimbus Sans"/>
              </a:defRPr>
            </a:pPr>
            <a:r>
              <a:rPr sz="1875" b="0">
                <a:solidFill>
                  <a:srgbClr val="17252F"/>
                </a:solidFill>
                <a:latin typeface="Nimbus Sans"/>
                <a:ea typeface="Nimbus Sans"/>
                <a:cs typeface="Nimbus Sans"/>
              </a:rPr>
              <a:t>ACK nach Abschluss der Verarbeitung</a:t>
            </a:r>
          </a:p>
        </p:txBody>
      </p:sp>
    </p:spTree>
    <p:extLst>
      <p:ext uri="{BB962C8B-B14F-4D97-AF65-F5344CB8AC3E}">
        <p14:creationId xmlns:p14="http://schemas.microsoft.com/office/powerpoint/2010/main" val="57453927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BE0A1CF3-B74D-4339-B303-58DBDE8D1860}"/>
              </a:ext>
            </a:extLst>
          </p:cNvPr>
          <p:cNvSpPr>
            <a:spLocks xmlns:a="http://schemas.openxmlformats.org/drawingml/2006/main" noGrp="1"/>
          </p:cNvSpPr>
          <p:nvPr/>
        </p:nvSpPr>
        <p:spPr>
          <a:xfrm xmlns:a="http://schemas.openxmlformats.org/drawingml/2006/main">
            <a:off x="666750" y="523875"/>
            <a:ext cx="10858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3225" b="1">
                <a:solidFill>
                  <a:srgbClr val="17252F"/>
                </a:solidFill>
                <a:latin typeface="Nimbus Sans"/>
                <a:ea typeface="Nimbus Sans"/>
                <a:cs typeface="Nimbus Sans"/>
              </a:defRPr>
            </a:defPPr>
            <a:lvl1pPr>
              <a:defRPr sz="3225" b="1">
                <a:solidFill>
                  <a:srgbClr val="17252F"/>
                </a:solidFill>
                <a:latin typeface="Nimbus Sans"/>
                <a:ea typeface="Nimbus Sans"/>
                <a:cs typeface="Nimbus Sans"/>
              </a:defRPr>
            </a:lvl1pPr>
            <a:lvl2pPr>
              <a:defRPr sz="3225" b="1">
                <a:solidFill>
                  <a:srgbClr val="17252F"/>
                </a:solidFill>
                <a:latin typeface="Nimbus Sans"/>
                <a:ea typeface="Nimbus Sans"/>
                <a:cs typeface="Nimbus Sans"/>
              </a:defRPr>
            </a:lvl2pPr>
            <a:lvl3pPr>
              <a:defRPr sz="3225" b="1">
                <a:solidFill>
                  <a:srgbClr val="17252F"/>
                </a:solidFill>
                <a:latin typeface="Nimbus Sans"/>
                <a:ea typeface="Nimbus Sans"/>
                <a:cs typeface="Nimbus Sans"/>
              </a:defRPr>
            </a:lvl3pPr>
            <a:lvl4pPr>
              <a:defRPr sz="3225" b="1">
                <a:solidFill>
                  <a:srgbClr val="17252F"/>
                </a:solidFill>
                <a:latin typeface="Nimbus Sans"/>
                <a:ea typeface="Nimbus Sans"/>
                <a:cs typeface="Nimbus Sans"/>
              </a:defRPr>
            </a:lvl4pPr>
            <a:lvl5pPr>
              <a:defRPr sz="3225" b="1">
                <a:solidFill>
                  <a:srgbClr val="17252F"/>
                </a:solidFill>
                <a:latin typeface="Nimbus Sans"/>
                <a:ea typeface="Nimbus Sans"/>
                <a:cs typeface="Nimbus Sans"/>
              </a:defRPr>
            </a:lvl5pPr>
            <a:lvl6pPr>
              <a:defRPr sz="3225" b="1">
                <a:solidFill>
                  <a:srgbClr val="17252F"/>
                </a:solidFill>
                <a:latin typeface="Nimbus Sans"/>
                <a:ea typeface="Nimbus Sans"/>
                <a:cs typeface="Nimbus Sans"/>
              </a:defRPr>
            </a:lvl6pPr>
            <a:lvl7pPr>
              <a:defRPr sz="3225" b="1">
                <a:solidFill>
                  <a:srgbClr val="17252F"/>
                </a:solidFill>
                <a:latin typeface="Nimbus Sans"/>
                <a:ea typeface="Nimbus Sans"/>
                <a:cs typeface="Nimbus Sans"/>
              </a:defRPr>
            </a:lvl7pPr>
            <a:lvl8pPr>
              <a:defRPr sz="3225" b="1">
                <a:solidFill>
                  <a:srgbClr val="17252F"/>
                </a:solidFill>
                <a:latin typeface="Nimbus Sans"/>
                <a:ea typeface="Nimbus Sans"/>
                <a:cs typeface="Nimbus Sans"/>
              </a:defRPr>
            </a:lvl8pPr>
            <a:lvl9pPr>
              <a:defRPr sz="3225" b="1">
                <a:solidFill>
                  <a:srgbClr val="17252F"/>
                </a:solidFill>
                <a:latin typeface="Nimbus Sans"/>
                <a:ea typeface="Nimbus Sans"/>
                <a:cs typeface="Nimbus Sans"/>
              </a:defRPr>
            </a:lvl9pPr>
          </a:lstStyle>
          <a:p xmlns:a="http://schemas.openxmlformats.org/drawingml/2006/main">
            <a:pPr>
              <a:defRPr sz="3225" b="1">
                <a:solidFill>
                  <a:srgbClr val="17252F"/>
                </a:solidFill>
                <a:latin typeface="Nimbus Sans"/>
                <a:ea typeface="Nimbus Sans"/>
                <a:cs typeface="Nimbus Sans"/>
              </a:defRPr>
            </a:pPr>
            <a:r>
              <a:rPr sz="3225" b="1">
                <a:solidFill>
                  <a:srgbClr val="17252F"/>
                </a:solidFill>
                <a:latin typeface="Nimbus Sans"/>
                <a:ea typeface="Nimbus Sans"/>
                <a:cs typeface="Nimbus Sans"/>
              </a:rPr>
              <a:t>TTL und Dead Letter Queue</a:t>
            </a:r>
          </a:p>
        </p:txBody>
      </p:sp>
      <p:sp>
        <p:nvSpPr>
          <p:cNvPr id="2" name="text-1">
            <a:extLst xmlns:a="http://schemas.openxmlformats.org/drawingml/2006/main">
              <a:ext uri="{FF2B5EF4-FFF2-40B4-BE49-F238E27FC236}">
                <a16:creationId xmlns:a16="http://schemas.microsoft.com/office/drawing/2014/main" id="{E6B24729-44EC-476A-8A31-EFFA39A0B3AB}"/>
              </a:ext>
            </a:extLst>
          </p:cNvPr>
          <p:cNvSpPr>
            <a:spLocks xmlns:a="http://schemas.openxmlformats.org/drawingml/2006/main" noGrp="1"/>
          </p:cNvSpPr>
          <p:nvPr/>
        </p:nvSpPr>
        <p:spPr>
          <a:xfrm xmlns:a="http://schemas.openxmlformats.org/drawingml/2006/main">
            <a:off x="9620250" y="63246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1350" b="0">
                <a:solidFill>
                  <a:srgbClr val="52616B"/>
                </a:solidFill>
                <a:latin typeface="Nimbus Sans"/>
                <a:ea typeface="Nimbus Sans"/>
                <a:cs typeface="Nimbus Sans"/>
              </a:defRPr>
            </a:defPPr>
            <a:lvl1pPr>
              <a:defRPr sz="1350" b="0">
                <a:solidFill>
                  <a:srgbClr val="52616B"/>
                </a:solidFill>
                <a:latin typeface="Nimbus Sans"/>
                <a:ea typeface="Nimbus Sans"/>
                <a:cs typeface="Nimbus Sans"/>
              </a:defRPr>
            </a:lvl1pPr>
            <a:lvl2pPr>
              <a:defRPr sz="1350" b="0">
                <a:solidFill>
                  <a:srgbClr val="52616B"/>
                </a:solidFill>
                <a:latin typeface="Nimbus Sans"/>
                <a:ea typeface="Nimbus Sans"/>
                <a:cs typeface="Nimbus Sans"/>
              </a:defRPr>
            </a:lvl2pPr>
            <a:lvl3pPr>
              <a:defRPr sz="1350" b="0">
                <a:solidFill>
                  <a:srgbClr val="52616B"/>
                </a:solidFill>
                <a:latin typeface="Nimbus Sans"/>
                <a:ea typeface="Nimbus Sans"/>
                <a:cs typeface="Nimbus Sans"/>
              </a:defRPr>
            </a:lvl3pPr>
            <a:lvl4pPr>
              <a:defRPr sz="1350" b="0">
                <a:solidFill>
                  <a:srgbClr val="52616B"/>
                </a:solidFill>
                <a:latin typeface="Nimbus Sans"/>
                <a:ea typeface="Nimbus Sans"/>
                <a:cs typeface="Nimbus Sans"/>
              </a:defRPr>
            </a:lvl4pPr>
            <a:lvl5pPr>
              <a:defRPr sz="1350" b="0">
                <a:solidFill>
                  <a:srgbClr val="52616B"/>
                </a:solidFill>
                <a:latin typeface="Nimbus Sans"/>
                <a:ea typeface="Nimbus Sans"/>
                <a:cs typeface="Nimbus Sans"/>
              </a:defRPr>
            </a:lvl5pPr>
            <a:lvl6pPr>
              <a:defRPr sz="1350" b="0">
                <a:solidFill>
                  <a:srgbClr val="52616B"/>
                </a:solidFill>
                <a:latin typeface="Nimbus Sans"/>
                <a:ea typeface="Nimbus Sans"/>
                <a:cs typeface="Nimbus Sans"/>
              </a:defRPr>
            </a:lvl6pPr>
            <a:lvl7pPr>
              <a:defRPr sz="1350" b="0">
                <a:solidFill>
                  <a:srgbClr val="52616B"/>
                </a:solidFill>
                <a:latin typeface="Nimbus Sans"/>
                <a:ea typeface="Nimbus Sans"/>
                <a:cs typeface="Nimbus Sans"/>
              </a:defRPr>
            </a:lvl7pPr>
            <a:lvl8pPr>
              <a:defRPr sz="1350" b="0">
                <a:solidFill>
                  <a:srgbClr val="52616B"/>
                </a:solidFill>
                <a:latin typeface="Nimbus Sans"/>
                <a:ea typeface="Nimbus Sans"/>
                <a:cs typeface="Nimbus Sans"/>
              </a:defRPr>
            </a:lvl8pPr>
            <a:lvl9pPr>
              <a:defRPr sz="1350" b="0">
                <a:solidFill>
                  <a:srgbClr val="52616B"/>
                </a:solidFill>
                <a:latin typeface="Nimbus Sans"/>
                <a:ea typeface="Nimbus Sans"/>
                <a:cs typeface="Nimbus Sans"/>
              </a:defRPr>
            </a:lvl9pPr>
          </a:lstStyle>
          <a:p xmlns:a="http://schemas.openxmlformats.org/drawingml/2006/main">
            <a:pPr>
              <a:defRPr sz="1350" b="0">
                <a:solidFill>
                  <a:srgbClr val="52616B"/>
                </a:solidFill>
                <a:latin typeface="Nimbus Sans"/>
                <a:ea typeface="Nimbus Sans"/>
                <a:cs typeface="Nimbus Sans"/>
              </a:defRPr>
            </a:pPr>
            <a:r>
              <a:rPr sz="1350" b="0">
                <a:solidFill>
                  <a:srgbClr val="52616B"/>
                </a:solidFill>
                <a:latin typeface="Nimbus Sans"/>
                <a:ea typeface="Nimbus Sans"/>
                <a:cs typeface="Nimbus Sans"/>
              </a:rPr>
              <a:t>08</a:t>
            </a:r>
          </a:p>
        </p:txBody>
      </p:sp>
      <p:graphicFrame>
        <p:nvGraphicFramePr>
          <p:cNvPr id="3" name="">
            <a:extLst xmlns:a="http://schemas.openxmlformats.org/drawingml/2006/main">
              <a:ext uri="{FF2B5EF4-FFF2-40B4-BE49-F238E27FC236}">
                <a16:creationId xmlns:a16="http://schemas.microsoft.com/office/drawing/2014/main" id="{E254BC91-A934-4C08-B2B1-9CE431DDF1AA}"/>
              </a:ext>
            </a:extLst>
          </p:cNvPr>
          <p:cNvGraphicFramePr/>
          <p:nvPr/>
        </p:nvGraphicFramePr>
        <p:xfrm>
          <a:off xmlns:a="http://schemas.openxmlformats.org/drawingml/2006/main" x="666750" y="1714500"/>
          <a:ext xmlns:a="http://schemas.openxmlformats.org/drawingml/2006/main" cx="10858500" cy="2857500"/>
        </p:xfrm>
        <a:graphic xmlns:a="http://schemas.openxmlformats.org/drawingml/2006/main">
          <a:graphicData uri="http://schemas.openxmlformats.org/drawingml/2006/table">
            <a:tbl>
              <a:tblPr/>
              <a:tblGrid>
                <a:gridCol w="5429250"/>
                <a:gridCol w="5429250"/>
              </a:tblGrid>
              <a:tr h="714375">
                <a:tc>
                  <a:txBody>
                    <a:bodyPr lIns="133350" tIns="133350" rIns="133350" bIns="133350"/>
                    <a:lstStyle/>
                    <a:p>
                      <a:r>
                        <a:rPr sz="1875" b="1">
                          <a:solidFill>
                            <a:srgbClr val="FFFFFF"/>
                          </a:solidFill>
                          <a:latin typeface="Nimbus Sans"/>
                          <a:ea typeface="Nimbus Sans"/>
                          <a:cs typeface="Nimbus Sans"/>
                        </a:rPr>
                        <a:t>Auslöser</a:t>
                      </a:r>
                    </a:p>
                  </a:txBody>
                  <a:tcPr marL="91440" marR="91440" marT="45720" marB="45720" anchor="ctr">
                    <a:lnL w="9525">
                      <a:solidFill>
                        <a:srgbClr val="D8E2E5"/>
                      </a:solidFill>
                      <a:prstDash val="solid"/>
                    </a:lnL>
                    <a:lnR w="9525">
                      <a:solidFill>
                        <a:srgbClr val="D8E2E5"/>
                      </a:solidFill>
                      <a:prstDash val="solid"/>
                    </a:lnR>
                    <a:lnT w="9525">
                      <a:solidFill>
                        <a:srgbClr val="D8E2E5"/>
                      </a:solidFill>
                      <a:prstDash val="solid"/>
                    </a:lnT>
                    <a:lnB w="9525">
                      <a:solidFill>
                        <a:srgbClr val="D8E2E5"/>
                      </a:solidFill>
                      <a:prstDash val="solid"/>
                    </a:lnB>
                    <a:solidFill>
                      <a:srgbClr val="176B78"/>
                    </a:solidFill>
                  </a:tcPr>
                </a:tc>
                <a:tc>
                  <a:txBody>
                    <a:bodyPr lIns="133350" tIns="133350" rIns="133350" bIns="133350"/>
                    <a:lstStyle/>
                    <a:p>
                      <a:r>
                        <a:rPr sz="1875" b="1">
                          <a:solidFill>
                            <a:srgbClr val="FFFFFF"/>
                          </a:solidFill>
                          <a:latin typeface="Nimbus Sans"/>
                          <a:ea typeface="Nimbus Sans"/>
                          <a:cs typeface="Nimbus Sans"/>
                        </a:rPr>
                        <a:t>Broker-Verhalten</a:t>
                      </a:r>
                    </a:p>
                  </a:txBody>
                  <a:tcPr marL="91440" marR="91440" marT="45720" marB="45720" anchor="ctr">
                    <a:lnR w="9525">
                      <a:solidFill>
                        <a:srgbClr val="D8E2E5"/>
                      </a:solidFill>
                      <a:prstDash val="solid"/>
                    </a:lnR>
                    <a:lnT w="9525">
                      <a:solidFill>
                        <a:srgbClr val="D8E2E5"/>
                      </a:solidFill>
                      <a:prstDash val="solid"/>
                    </a:lnT>
                    <a:lnB w="9525">
                      <a:solidFill>
                        <a:srgbClr val="D8E2E5"/>
                      </a:solidFill>
                      <a:prstDash val="solid"/>
                    </a:lnB>
                    <a:solidFill>
                      <a:srgbClr val="176B78"/>
                    </a:solidFill>
                  </a:tcPr>
                </a:tc>
              </a:tr>
              <a:tr h="714375">
                <a:tc>
                  <a:txBody>
                    <a:bodyPr lIns="133350" tIns="133350" rIns="133350" bIns="133350"/>
                    <a:lstStyle/>
                    <a:p>
                      <a:r>
                        <a:rPr sz="1875" b="0">
                          <a:solidFill>
                            <a:srgbClr val="17252F"/>
                          </a:solidFill>
                          <a:latin typeface="Nimbus Sans"/>
                          <a:ea typeface="Nimbus Sans"/>
                          <a:cs typeface="Nimbus Sans"/>
                        </a:rPr>
                        <a:t>Ungültige Nachricht oder Retry ausgeschöpft</a:t>
                      </a:r>
                    </a:p>
                  </a:txBody>
                  <a:tcPr marL="91440" marR="91440" marT="45720" marB="45720" anchor="ctr">
                    <a:lnL w="9525">
                      <a:solidFill>
                        <a:srgbClr val="D8E2E5"/>
                      </a:solidFill>
                      <a:prstDash val="solid"/>
                    </a:lnL>
                    <a:lnR w="9525">
                      <a:solidFill>
                        <a:srgbClr val="D8E2E5"/>
                      </a:solidFill>
                      <a:prstDash val="solid"/>
                    </a:lnR>
                    <a:lnB w="9525">
                      <a:solidFill>
                        <a:srgbClr val="D8E2E5"/>
                      </a:solidFill>
                      <a:prstDash val="solid"/>
                    </a:lnB>
                    <a:solidFill>
                      <a:srgbClr val="FFFFFF"/>
                    </a:solidFill>
                  </a:tcPr>
                </a:tc>
                <a:tc>
                  <a:txBody>
                    <a:bodyPr lIns="133350" tIns="133350" rIns="133350" bIns="133350"/>
                    <a:lstStyle/>
                    <a:p>
                      <a:r>
                        <a:rPr sz="1875" b="0">
                          <a:solidFill>
                            <a:srgbClr val="17252F"/>
                          </a:solidFill>
                          <a:latin typeface="Nimbus Sans"/>
                          <a:ea typeface="Nimbus Sans"/>
                          <a:cs typeface="Nimbus Sans"/>
                        </a:rPr>
                        <a:t>NACK ohne Requeue leitet an iot.dlx weiter</a:t>
                      </a:r>
                    </a:p>
                  </a:txBody>
                  <a:tcPr marL="91440" marR="91440" marT="45720" marB="45720" anchor="ctr">
                    <a:lnR w="9525">
                      <a:solidFill>
                        <a:srgbClr val="D8E2E5"/>
                      </a:solidFill>
                      <a:prstDash val="solid"/>
                    </a:lnR>
                    <a:lnB w="9525">
                      <a:solidFill>
                        <a:srgbClr val="D8E2E5"/>
                      </a:solidFill>
                      <a:prstDash val="solid"/>
                    </a:lnB>
                    <a:solidFill>
                      <a:srgbClr val="FFFFFF"/>
                    </a:solidFill>
                  </a:tcPr>
                </a:tc>
              </a:tr>
              <a:tr h="714375">
                <a:tc>
                  <a:txBody>
                    <a:bodyPr lIns="133350" tIns="133350" rIns="133350" bIns="133350"/>
                    <a:lstStyle/>
                    <a:p>
                      <a:r>
                        <a:rPr sz="1875" b="0">
                          <a:solidFill>
                            <a:srgbClr val="17252F"/>
                          </a:solidFill>
                          <a:latin typeface="Nimbus Sans"/>
                          <a:ea typeface="Nimbus Sans"/>
                          <a:cs typeface="Nimbus Sans"/>
                        </a:rPr>
                        <a:t>Nachricht wartet länger als 60 Sekunden</a:t>
                      </a:r>
                    </a:p>
                  </a:txBody>
                  <a:tcPr marL="91440" marR="91440" marT="45720" marB="45720" anchor="ctr">
                    <a:lnL w="9525">
                      <a:solidFill>
                        <a:srgbClr val="D8E2E5"/>
                      </a:solidFill>
                      <a:prstDash val="solid"/>
                    </a:lnL>
                    <a:lnR w="9525">
                      <a:solidFill>
                        <a:srgbClr val="D8E2E5"/>
                      </a:solidFill>
                      <a:prstDash val="solid"/>
                    </a:lnR>
                    <a:lnB w="9525">
                      <a:solidFill>
                        <a:srgbClr val="D8E2E5"/>
                      </a:solidFill>
                      <a:prstDash val="solid"/>
                    </a:lnB>
                    <a:solidFill>
                      <a:srgbClr val="FFFFFF"/>
                    </a:solidFill>
                  </a:tcPr>
                </a:tc>
                <a:tc>
                  <a:txBody>
                    <a:bodyPr lIns="133350" tIns="133350" rIns="133350" bIns="133350"/>
                    <a:lstStyle/>
                    <a:p>
                      <a:r>
                        <a:rPr sz="1875" b="0">
                          <a:solidFill>
                            <a:srgbClr val="17252F"/>
                          </a:solidFill>
                          <a:latin typeface="Nimbus Sans"/>
                          <a:ea typeface="Nimbus Sans"/>
                          <a:cs typeface="Nimbus Sans"/>
                        </a:rPr>
                        <a:t>TTL-Ablauf leitet an iot.dlx weiter</a:t>
                      </a:r>
                    </a:p>
                  </a:txBody>
                  <a:tcPr marL="91440" marR="91440" marT="45720" marB="45720" anchor="ctr">
                    <a:lnR w="9525">
                      <a:solidFill>
                        <a:srgbClr val="D8E2E5"/>
                      </a:solidFill>
                      <a:prstDash val="solid"/>
                    </a:lnR>
                    <a:lnB w="9525">
                      <a:solidFill>
                        <a:srgbClr val="D8E2E5"/>
                      </a:solidFill>
                      <a:prstDash val="solid"/>
                    </a:lnB>
                    <a:solidFill>
                      <a:srgbClr val="FFFFFF"/>
                    </a:solidFill>
                  </a:tcPr>
                </a:tc>
              </a:tr>
              <a:tr h="714375">
                <a:tc>
                  <a:txBody>
                    <a:bodyPr lIns="133350" tIns="133350" rIns="133350" bIns="133350"/>
                    <a:lstStyle/>
                    <a:p>
                      <a:r>
                        <a:rPr sz="1875" b="0">
                          <a:solidFill>
                            <a:srgbClr val="17252F"/>
                          </a:solidFill>
                          <a:latin typeface="Nimbus Sans"/>
                          <a:ea typeface="Nimbus Sans"/>
                          <a:cs typeface="Nimbus Sans"/>
                        </a:rPr>
                        <a:t>Zustelllimit der Analysequeue überschritten</a:t>
                      </a:r>
                    </a:p>
                  </a:txBody>
                  <a:tcPr marL="91440" marR="91440" marT="45720" marB="45720" anchor="ctr">
                    <a:lnL w="9525">
                      <a:solidFill>
                        <a:srgbClr val="D8E2E5"/>
                      </a:solidFill>
                      <a:prstDash val="solid"/>
                    </a:lnL>
                    <a:lnR w="9525">
                      <a:solidFill>
                        <a:srgbClr val="D8E2E5"/>
                      </a:solidFill>
                      <a:prstDash val="solid"/>
                    </a:lnR>
                    <a:lnB w="9525">
                      <a:solidFill>
                        <a:srgbClr val="D8E2E5"/>
                      </a:solidFill>
                      <a:prstDash val="solid"/>
                    </a:lnB>
                    <a:solidFill>
                      <a:srgbClr val="FFFFFF"/>
                    </a:solidFill>
                  </a:tcPr>
                </a:tc>
                <a:tc>
                  <a:txBody>
                    <a:bodyPr lIns="133350" tIns="133350" rIns="133350" bIns="133350"/>
                    <a:lstStyle/>
                    <a:p>
                      <a:r>
                        <a:rPr sz="1875" b="0">
                          <a:solidFill>
                            <a:srgbClr val="17252F"/>
                          </a:solidFill>
                          <a:latin typeface="Nimbus Sans"/>
                          <a:ea typeface="Nimbus Sans"/>
                          <a:cs typeface="Nimbus Sans"/>
                        </a:rPr>
                        <a:t>Quorum-Queue leitet an iot.dlx weiter</a:t>
                      </a:r>
                    </a:p>
                  </a:txBody>
                  <a:tcPr marL="91440" marR="91440" marT="45720" marB="45720" anchor="ctr">
                    <a:lnR w="9525">
                      <a:solidFill>
                        <a:srgbClr val="D8E2E5"/>
                      </a:solidFill>
                      <a:prstDash val="solid"/>
                    </a:lnR>
                    <a:lnB w="9525">
                      <a:solidFill>
                        <a:srgbClr val="D8E2E5"/>
                      </a:solidFill>
                      <a:prstDash val="solid"/>
                    </a:lnB>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1D965D87-A810-43B1-9216-9F4132C798BA}"/>
              </a:ext>
            </a:extLst>
          </p:cNvPr>
          <p:cNvSpPr>
            <a:spLocks xmlns:a="http://schemas.openxmlformats.org/drawingml/2006/main" noGrp="1"/>
          </p:cNvSpPr>
          <p:nvPr/>
        </p:nvSpPr>
        <p:spPr>
          <a:xfrm xmlns:a="http://schemas.openxmlformats.org/drawingml/2006/main">
            <a:off x="666750" y="504825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2100" b="1">
                <a:solidFill>
                  <a:srgbClr val="176B78"/>
                </a:solidFill>
                <a:latin typeface="Nimbus Sans"/>
                <a:ea typeface="Nimbus Sans"/>
                <a:cs typeface="Nimbus Sans"/>
              </a:defRPr>
            </a:defPPr>
            <a:lvl1pPr>
              <a:defRPr sz="2100" b="1">
                <a:solidFill>
                  <a:srgbClr val="176B78"/>
                </a:solidFill>
                <a:latin typeface="Nimbus Sans"/>
                <a:ea typeface="Nimbus Sans"/>
                <a:cs typeface="Nimbus Sans"/>
              </a:defRPr>
            </a:lvl1pPr>
            <a:lvl2pPr>
              <a:defRPr sz="2100" b="1">
                <a:solidFill>
                  <a:srgbClr val="176B78"/>
                </a:solidFill>
                <a:latin typeface="Nimbus Sans"/>
                <a:ea typeface="Nimbus Sans"/>
                <a:cs typeface="Nimbus Sans"/>
              </a:defRPr>
            </a:lvl2pPr>
            <a:lvl3pPr>
              <a:defRPr sz="2100" b="1">
                <a:solidFill>
                  <a:srgbClr val="176B78"/>
                </a:solidFill>
                <a:latin typeface="Nimbus Sans"/>
                <a:ea typeface="Nimbus Sans"/>
                <a:cs typeface="Nimbus Sans"/>
              </a:defRPr>
            </a:lvl3pPr>
            <a:lvl4pPr>
              <a:defRPr sz="2100" b="1">
                <a:solidFill>
                  <a:srgbClr val="176B78"/>
                </a:solidFill>
                <a:latin typeface="Nimbus Sans"/>
                <a:ea typeface="Nimbus Sans"/>
                <a:cs typeface="Nimbus Sans"/>
              </a:defRPr>
            </a:lvl4pPr>
            <a:lvl5pPr>
              <a:defRPr sz="2100" b="1">
                <a:solidFill>
                  <a:srgbClr val="176B78"/>
                </a:solidFill>
                <a:latin typeface="Nimbus Sans"/>
                <a:ea typeface="Nimbus Sans"/>
                <a:cs typeface="Nimbus Sans"/>
              </a:defRPr>
            </a:lvl5pPr>
            <a:lvl6pPr>
              <a:defRPr sz="2100" b="1">
                <a:solidFill>
                  <a:srgbClr val="176B78"/>
                </a:solidFill>
                <a:latin typeface="Nimbus Sans"/>
                <a:ea typeface="Nimbus Sans"/>
                <a:cs typeface="Nimbus Sans"/>
              </a:defRPr>
            </a:lvl6pPr>
            <a:lvl7pPr>
              <a:defRPr sz="2100" b="1">
                <a:solidFill>
                  <a:srgbClr val="176B78"/>
                </a:solidFill>
                <a:latin typeface="Nimbus Sans"/>
                <a:ea typeface="Nimbus Sans"/>
                <a:cs typeface="Nimbus Sans"/>
              </a:defRPr>
            </a:lvl7pPr>
            <a:lvl8pPr>
              <a:defRPr sz="2100" b="1">
                <a:solidFill>
                  <a:srgbClr val="176B78"/>
                </a:solidFill>
                <a:latin typeface="Nimbus Sans"/>
                <a:ea typeface="Nimbus Sans"/>
                <a:cs typeface="Nimbus Sans"/>
              </a:defRPr>
            </a:lvl8pPr>
            <a:lvl9pPr>
              <a:defRPr sz="2100" b="1">
                <a:solidFill>
                  <a:srgbClr val="176B78"/>
                </a:solidFill>
                <a:latin typeface="Nimbus Sans"/>
                <a:ea typeface="Nimbus Sans"/>
                <a:cs typeface="Nimbus Sans"/>
              </a:defRPr>
            </a:lvl9pPr>
          </a:lstStyle>
          <a:p xmlns:a="http://schemas.openxmlformats.org/drawingml/2006/main">
            <a:pPr>
              <a:defRPr sz="2100" b="1">
                <a:solidFill>
                  <a:srgbClr val="176B78"/>
                </a:solidFill>
                <a:latin typeface="Nimbus Sans"/>
                <a:ea typeface="Nimbus Sans"/>
                <a:cs typeface="Nimbus Sans"/>
              </a:defRPr>
            </a:pPr>
            <a:r>
              <a:rPr sz="2100" b="1">
                <a:solidFill>
                  <a:srgbClr val="176B78"/>
                </a:solidFill>
                <a:latin typeface="Nimbus Sans"/>
                <a:ea typeface="Nimbus Sans"/>
                <a:cs typeface="Nimbus Sans"/>
              </a:rPr>
              <a:t>Einordnung</a:t>
            </a:r>
          </a:p>
        </p:txBody>
      </p:sp>
      <p:sp>
        <p:nvSpPr>
          <p:cNvPr id="5" name="text-3">
            <a:extLst xmlns:a="http://schemas.openxmlformats.org/drawingml/2006/main">
              <a:ext uri="{FF2B5EF4-FFF2-40B4-BE49-F238E27FC236}">
                <a16:creationId xmlns:a16="http://schemas.microsoft.com/office/drawing/2014/main" id="{52738DFA-E070-4511-9C00-7C39B6F33503}"/>
              </a:ext>
            </a:extLst>
          </p:cNvPr>
          <p:cNvSpPr>
            <a:spLocks xmlns:a="http://schemas.openxmlformats.org/drawingml/2006/main" noGrp="1"/>
          </p:cNvSpPr>
          <p:nvPr/>
        </p:nvSpPr>
        <p:spPr>
          <a:xfrm xmlns:a="http://schemas.openxmlformats.org/drawingml/2006/main">
            <a:off x="666750" y="5505450"/>
            <a:ext cx="1057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2025" b="0">
                <a:solidFill>
                  <a:srgbClr val="17252F"/>
                </a:solidFill>
                <a:latin typeface="Nimbus Sans"/>
                <a:ea typeface="Nimbus Sans"/>
                <a:cs typeface="Nimbus Sans"/>
              </a:defRPr>
            </a:defPPr>
            <a:lvl1pPr>
              <a:defRPr sz="2025" b="0">
                <a:solidFill>
                  <a:srgbClr val="17252F"/>
                </a:solidFill>
                <a:latin typeface="Nimbus Sans"/>
                <a:ea typeface="Nimbus Sans"/>
                <a:cs typeface="Nimbus Sans"/>
              </a:defRPr>
            </a:lvl1pPr>
            <a:lvl2pPr>
              <a:defRPr sz="2025" b="0">
                <a:solidFill>
                  <a:srgbClr val="17252F"/>
                </a:solidFill>
                <a:latin typeface="Nimbus Sans"/>
                <a:ea typeface="Nimbus Sans"/>
                <a:cs typeface="Nimbus Sans"/>
              </a:defRPr>
            </a:lvl2pPr>
            <a:lvl3pPr>
              <a:defRPr sz="2025" b="0">
                <a:solidFill>
                  <a:srgbClr val="17252F"/>
                </a:solidFill>
                <a:latin typeface="Nimbus Sans"/>
                <a:ea typeface="Nimbus Sans"/>
                <a:cs typeface="Nimbus Sans"/>
              </a:defRPr>
            </a:lvl3pPr>
            <a:lvl4pPr>
              <a:defRPr sz="2025" b="0">
                <a:solidFill>
                  <a:srgbClr val="17252F"/>
                </a:solidFill>
                <a:latin typeface="Nimbus Sans"/>
                <a:ea typeface="Nimbus Sans"/>
                <a:cs typeface="Nimbus Sans"/>
              </a:defRPr>
            </a:lvl4pPr>
            <a:lvl5pPr>
              <a:defRPr sz="2025" b="0">
                <a:solidFill>
                  <a:srgbClr val="17252F"/>
                </a:solidFill>
                <a:latin typeface="Nimbus Sans"/>
                <a:ea typeface="Nimbus Sans"/>
                <a:cs typeface="Nimbus Sans"/>
              </a:defRPr>
            </a:lvl5pPr>
            <a:lvl6pPr>
              <a:defRPr sz="2025" b="0">
                <a:solidFill>
                  <a:srgbClr val="17252F"/>
                </a:solidFill>
                <a:latin typeface="Nimbus Sans"/>
                <a:ea typeface="Nimbus Sans"/>
                <a:cs typeface="Nimbus Sans"/>
              </a:defRPr>
            </a:lvl6pPr>
            <a:lvl7pPr>
              <a:defRPr sz="2025" b="0">
                <a:solidFill>
                  <a:srgbClr val="17252F"/>
                </a:solidFill>
                <a:latin typeface="Nimbus Sans"/>
                <a:ea typeface="Nimbus Sans"/>
                <a:cs typeface="Nimbus Sans"/>
              </a:defRPr>
            </a:lvl7pPr>
            <a:lvl8pPr>
              <a:defRPr sz="2025" b="0">
                <a:solidFill>
                  <a:srgbClr val="17252F"/>
                </a:solidFill>
                <a:latin typeface="Nimbus Sans"/>
                <a:ea typeface="Nimbus Sans"/>
                <a:cs typeface="Nimbus Sans"/>
              </a:defRPr>
            </a:lvl8pPr>
            <a:lvl9pPr>
              <a:defRPr sz="2025" b="0">
                <a:solidFill>
                  <a:srgbClr val="17252F"/>
                </a:solidFill>
                <a:latin typeface="Nimbus Sans"/>
                <a:ea typeface="Nimbus Sans"/>
                <a:cs typeface="Nimbus Sans"/>
              </a:defRPr>
            </a:lvl9pPr>
          </a:lstStyle>
          <a:p xmlns:a="http://schemas.openxmlformats.org/drawingml/2006/main">
            <a:pPr>
              <a:defRPr sz="2025" b="0">
                <a:solidFill>
                  <a:srgbClr val="17252F"/>
                </a:solidFill>
                <a:latin typeface="Nimbus Sans"/>
                <a:ea typeface="Nimbus Sans"/>
                <a:cs typeface="Nimbus Sans"/>
              </a:defRPr>
            </a:pPr>
            <a:r>
              <a:rPr sz="2025" b="0">
                <a:solidFill>
                  <a:srgbClr val="17252F"/>
                </a:solidFill>
                <a:latin typeface="Nimbus Sans"/>
                <a:ea typeface="Nimbus Sans"/>
                <a:cs typeface="Nimbus Sans"/>
              </a:rPr>
              <a:t>Veraltete Messwerte verlieren ihren Echtzeitnutzen. iot.dlq hält ausgesonderte Nachrichten zur Untersuchung bereit.</a:t>
            </a:r>
          </a:p>
        </p:txBody>
      </p:sp>
    </p:spTree>
    <p:extLst>
      <p:ext uri="{BB962C8B-B14F-4D97-AF65-F5344CB8AC3E}">
        <p14:creationId xmlns:p14="http://schemas.microsoft.com/office/powerpoint/2010/main" val="88974576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9D2838A7-FC37-44E0-A025-681550D6E86D}"/>
              </a:ext>
            </a:extLst>
          </p:cNvPr>
          <p:cNvSpPr>
            <a:spLocks xmlns:a="http://schemas.openxmlformats.org/drawingml/2006/main" noGrp="1"/>
          </p:cNvSpPr>
          <p:nvPr/>
        </p:nvSpPr>
        <p:spPr>
          <a:xfrm xmlns:a="http://schemas.openxmlformats.org/drawingml/2006/main">
            <a:off x="666750" y="523875"/>
            <a:ext cx="10858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3225" b="1">
                <a:solidFill>
                  <a:srgbClr val="17252F"/>
                </a:solidFill>
                <a:latin typeface="Nimbus Sans"/>
                <a:ea typeface="Nimbus Sans"/>
                <a:cs typeface="Nimbus Sans"/>
              </a:defRPr>
            </a:defPPr>
            <a:lvl1pPr>
              <a:defRPr sz="3225" b="1">
                <a:solidFill>
                  <a:srgbClr val="17252F"/>
                </a:solidFill>
                <a:latin typeface="Nimbus Sans"/>
                <a:ea typeface="Nimbus Sans"/>
                <a:cs typeface="Nimbus Sans"/>
              </a:defRPr>
            </a:lvl1pPr>
            <a:lvl2pPr>
              <a:defRPr sz="3225" b="1">
                <a:solidFill>
                  <a:srgbClr val="17252F"/>
                </a:solidFill>
                <a:latin typeface="Nimbus Sans"/>
                <a:ea typeface="Nimbus Sans"/>
                <a:cs typeface="Nimbus Sans"/>
              </a:defRPr>
            </a:lvl2pPr>
            <a:lvl3pPr>
              <a:defRPr sz="3225" b="1">
                <a:solidFill>
                  <a:srgbClr val="17252F"/>
                </a:solidFill>
                <a:latin typeface="Nimbus Sans"/>
                <a:ea typeface="Nimbus Sans"/>
                <a:cs typeface="Nimbus Sans"/>
              </a:defRPr>
            </a:lvl3pPr>
            <a:lvl4pPr>
              <a:defRPr sz="3225" b="1">
                <a:solidFill>
                  <a:srgbClr val="17252F"/>
                </a:solidFill>
                <a:latin typeface="Nimbus Sans"/>
                <a:ea typeface="Nimbus Sans"/>
                <a:cs typeface="Nimbus Sans"/>
              </a:defRPr>
            </a:lvl4pPr>
            <a:lvl5pPr>
              <a:defRPr sz="3225" b="1">
                <a:solidFill>
                  <a:srgbClr val="17252F"/>
                </a:solidFill>
                <a:latin typeface="Nimbus Sans"/>
                <a:ea typeface="Nimbus Sans"/>
                <a:cs typeface="Nimbus Sans"/>
              </a:defRPr>
            </a:lvl5pPr>
            <a:lvl6pPr>
              <a:defRPr sz="3225" b="1">
                <a:solidFill>
                  <a:srgbClr val="17252F"/>
                </a:solidFill>
                <a:latin typeface="Nimbus Sans"/>
                <a:ea typeface="Nimbus Sans"/>
                <a:cs typeface="Nimbus Sans"/>
              </a:defRPr>
            </a:lvl6pPr>
            <a:lvl7pPr>
              <a:defRPr sz="3225" b="1">
                <a:solidFill>
                  <a:srgbClr val="17252F"/>
                </a:solidFill>
                <a:latin typeface="Nimbus Sans"/>
                <a:ea typeface="Nimbus Sans"/>
                <a:cs typeface="Nimbus Sans"/>
              </a:defRPr>
            </a:lvl7pPr>
            <a:lvl8pPr>
              <a:defRPr sz="3225" b="1">
                <a:solidFill>
                  <a:srgbClr val="17252F"/>
                </a:solidFill>
                <a:latin typeface="Nimbus Sans"/>
                <a:ea typeface="Nimbus Sans"/>
                <a:cs typeface="Nimbus Sans"/>
              </a:defRPr>
            </a:lvl8pPr>
            <a:lvl9pPr>
              <a:defRPr sz="3225" b="1">
                <a:solidFill>
                  <a:srgbClr val="17252F"/>
                </a:solidFill>
                <a:latin typeface="Nimbus Sans"/>
                <a:ea typeface="Nimbus Sans"/>
                <a:cs typeface="Nimbus Sans"/>
              </a:defRPr>
            </a:lvl9pPr>
          </a:lstStyle>
          <a:p xmlns:a="http://schemas.openxmlformats.org/drawingml/2006/main">
            <a:pPr>
              <a:defRPr sz="3225" b="1">
                <a:solidFill>
                  <a:srgbClr val="17252F"/>
                </a:solidFill>
                <a:latin typeface="Nimbus Sans"/>
                <a:ea typeface="Nimbus Sans"/>
                <a:cs typeface="Nimbus Sans"/>
              </a:defRPr>
            </a:pPr>
            <a:r>
              <a:rPr sz="3225" b="1">
                <a:solidFill>
                  <a:srgbClr val="17252F"/>
                </a:solidFill>
                <a:latin typeface="Nimbus Sans"/>
                <a:ea typeface="Nimbus Sans"/>
                <a:cs typeface="Nimbus Sans"/>
              </a:rPr>
              <a:t>Monitoring über RabbitMQ</a:t>
            </a:r>
          </a:p>
        </p:txBody>
      </p:sp>
      <p:sp>
        <p:nvSpPr>
          <p:cNvPr id="2" name="text-1">
            <a:extLst xmlns:a="http://schemas.openxmlformats.org/drawingml/2006/main">
              <a:ext uri="{FF2B5EF4-FFF2-40B4-BE49-F238E27FC236}">
                <a16:creationId xmlns:a16="http://schemas.microsoft.com/office/drawing/2014/main" id="{59F7998C-F280-4019-A8C1-8E769747E986}"/>
              </a:ext>
            </a:extLst>
          </p:cNvPr>
          <p:cNvSpPr>
            <a:spLocks xmlns:a="http://schemas.openxmlformats.org/drawingml/2006/main" noGrp="1"/>
          </p:cNvSpPr>
          <p:nvPr/>
        </p:nvSpPr>
        <p:spPr>
          <a:xfrm xmlns:a="http://schemas.openxmlformats.org/drawingml/2006/main">
            <a:off x="9620250" y="63246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1350" b="0">
                <a:solidFill>
                  <a:srgbClr val="52616B"/>
                </a:solidFill>
                <a:latin typeface="Nimbus Sans"/>
                <a:ea typeface="Nimbus Sans"/>
                <a:cs typeface="Nimbus Sans"/>
              </a:defRPr>
            </a:defPPr>
            <a:lvl1pPr>
              <a:defRPr sz="1350" b="0">
                <a:solidFill>
                  <a:srgbClr val="52616B"/>
                </a:solidFill>
                <a:latin typeface="Nimbus Sans"/>
                <a:ea typeface="Nimbus Sans"/>
                <a:cs typeface="Nimbus Sans"/>
              </a:defRPr>
            </a:lvl1pPr>
            <a:lvl2pPr>
              <a:defRPr sz="1350" b="0">
                <a:solidFill>
                  <a:srgbClr val="52616B"/>
                </a:solidFill>
                <a:latin typeface="Nimbus Sans"/>
                <a:ea typeface="Nimbus Sans"/>
                <a:cs typeface="Nimbus Sans"/>
              </a:defRPr>
            </a:lvl2pPr>
            <a:lvl3pPr>
              <a:defRPr sz="1350" b="0">
                <a:solidFill>
                  <a:srgbClr val="52616B"/>
                </a:solidFill>
                <a:latin typeface="Nimbus Sans"/>
                <a:ea typeface="Nimbus Sans"/>
                <a:cs typeface="Nimbus Sans"/>
              </a:defRPr>
            </a:lvl3pPr>
            <a:lvl4pPr>
              <a:defRPr sz="1350" b="0">
                <a:solidFill>
                  <a:srgbClr val="52616B"/>
                </a:solidFill>
                <a:latin typeface="Nimbus Sans"/>
                <a:ea typeface="Nimbus Sans"/>
                <a:cs typeface="Nimbus Sans"/>
              </a:defRPr>
            </a:lvl4pPr>
            <a:lvl5pPr>
              <a:defRPr sz="1350" b="0">
                <a:solidFill>
                  <a:srgbClr val="52616B"/>
                </a:solidFill>
                <a:latin typeface="Nimbus Sans"/>
                <a:ea typeface="Nimbus Sans"/>
                <a:cs typeface="Nimbus Sans"/>
              </a:defRPr>
            </a:lvl5pPr>
            <a:lvl6pPr>
              <a:defRPr sz="1350" b="0">
                <a:solidFill>
                  <a:srgbClr val="52616B"/>
                </a:solidFill>
                <a:latin typeface="Nimbus Sans"/>
                <a:ea typeface="Nimbus Sans"/>
                <a:cs typeface="Nimbus Sans"/>
              </a:defRPr>
            </a:lvl6pPr>
            <a:lvl7pPr>
              <a:defRPr sz="1350" b="0">
                <a:solidFill>
                  <a:srgbClr val="52616B"/>
                </a:solidFill>
                <a:latin typeface="Nimbus Sans"/>
                <a:ea typeface="Nimbus Sans"/>
                <a:cs typeface="Nimbus Sans"/>
              </a:defRPr>
            </a:lvl7pPr>
            <a:lvl8pPr>
              <a:defRPr sz="1350" b="0">
                <a:solidFill>
                  <a:srgbClr val="52616B"/>
                </a:solidFill>
                <a:latin typeface="Nimbus Sans"/>
                <a:ea typeface="Nimbus Sans"/>
                <a:cs typeface="Nimbus Sans"/>
              </a:defRPr>
            </a:lvl8pPr>
            <a:lvl9pPr>
              <a:defRPr sz="1350" b="0">
                <a:solidFill>
                  <a:srgbClr val="52616B"/>
                </a:solidFill>
                <a:latin typeface="Nimbus Sans"/>
                <a:ea typeface="Nimbus Sans"/>
                <a:cs typeface="Nimbus Sans"/>
              </a:defRPr>
            </a:lvl9pPr>
          </a:lstStyle>
          <a:p xmlns:a="http://schemas.openxmlformats.org/drawingml/2006/main">
            <a:pPr>
              <a:defRPr sz="1350" b="0">
                <a:solidFill>
                  <a:srgbClr val="52616B"/>
                </a:solidFill>
                <a:latin typeface="Nimbus Sans"/>
                <a:ea typeface="Nimbus Sans"/>
                <a:cs typeface="Nimbus Sans"/>
              </a:defRPr>
            </a:pPr>
            <a:r>
              <a:rPr sz="1350" b="0">
                <a:solidFill>
                  <a:srgbClr val="52616B"/>
                </a:solidFill>
                <a:latin typeface="Nimbus Sans"/>
                <a:ea typeface="Nimbus Sans"/>
                <a:cs typeface="Nimbus Sans"/>
              </a:rPr>
              <a:t>09</a:t>
            </a:r>
          </a:p>
        </p:txBody>
      </p:sp>
      <p:sp>
        <p:nvSpPr>
          <p:cNvPr id="3" name="text-2">
            <a:extLst xmlns:a="http://schemas.openxmlformats.org/drawingml/2006/main">
              <a:ext uri="{FF2B5EF4-FFF2-40B4-BE49-F238E27FC236}">
                <a16:creationId xmlns:a16="http://schemas.microsoft.com/office/drawing/2014/main" id="{C2CC30BD-25EE-43B0-B5E5-9423B8EBF9E1}"/>
              </a:ext>
            </a:extLst>
          </p:cNvPr>
          <p:cNvSpPr>
            <a:spLocks xmlns:a="http://schemas.openxmlformats.org/drawingml/2006/main" noGrp="1"/>
          </p:cNvSpPr>
          <p:nvPr/>
        </p:nvSpPr>
        <p:spPr>
          <a:xfrm xmlns:a="http://schemas.openxmlformats.org/drawingml/2006/main">
            <a:off x="666750" y="1666875"/>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2100" b="1">
                <a:solidFill>
                  <a:srgbClr val="176B78"/>
                </a:solidFill>
                <a:latin typeface="Nimbus Sans"/>
                <a:ea typeface="Nimbus Sans"/>
                <a:cs typeface="Nimbus Sans"/>
              </a:defRPr>
            </a:defPPr>
            <a:lvl1pPr>
              <a:defRPr sz="2100" b="1">
                <a:solidFill>
                  <a:srgbClr val="176B78"/>
                </a:solidFill>
                <a:latin typeface="Nimbus Sans"/>
                <a:ea typeface="Nimbus Sans"/>
                <a:cs typeface="Nimbus Sans"/>
              </a:defRPr>
            </a:lvl1pPr>
            <a:lvl2pPr>
              <a:defRPr sz="2100" b="1">
                <a:solidFill>
                  <a:srgbClr val="176B78"/>
                </a:solidFill>
                <a:latin typeface="Nimbus Sans"/>
                <a:ea typeface="Nimbus Sans"/>
                <a:cs typeface="Nimbus Sans"/>
              </a:defRPr>
            </a:lvl2pPr>
            <a:lvl3pPr>
              <a:defRPr sz="2100" b="1">
                <a:solidFill>
                  <a:srgbClr val="176B78"/>
                </a:solidFill>
                <a:latin typeface="Nimbus Sans"/>
                <a:ea typeface="Nimbus Sans"/>
                <a:cs typeface="Nimbus Sans"/>
              </a:defRPr>
            </a:lvl3pPr>
            <a:lvl4pPr>
              <a:defRPr sz="2100" b="1">
                <a:solidFill>
                  <a:srgbClr val="176B78"/>
                </a:solidFill>
                <a:latin typeface="Nimbus Sans"/>
                <a:ea typeface="Nimbus Sans"/>
                <a:cs typeface="Nimbus Sans"/>
              </a:defRPr>
            </a:lvl4pPr>
            <a:lvl5pPr>
              <a:defRPr sz="2100" b="1">
                <a:solidFill>
                  <a:srgbClr val="176B78"/>
                </a:solidFill>
                <a:latin typeface="Nimbus Sans"/>
                <a:ea typeface="Nimbus Sans"/>
                <a:cs typeface="Nimbus Sans"/>
              </a:defRPr>
            </a:lvl5pPr>
            <a:lvl6pPr>
              <a:defRPr sz="2100" b="1">
                <a:solidFill>
                  <a:srgbClr val="176B78"/>
                </a:solidFill>
                <a:latin typeface="Nimbus Sans"/>
                <a:ea typeface="Nimbus Sans"/>
                <a:cs typeface="Nimbus Sans"/>
              </a:defRPr>
            </a:lvl6pPr>
            <a:lvl7pPr>
              <a:defRPr sz="2100" b="1">
                <a:solidFill>
                  <a:srgbClr val="176B78"/>
                </a:solidFill>
                <a:latin typeface="Nimbus Sans"/>
                <a:ea typeface="Nimbus Sans"/>
                <a:cs typeface="Nimbus Sans"/>
              </a:defRPr>
            </a:lvl7pPr>
            <a:lvl8pPr>
              <a:defRPr sz="2100" b="1">
                <a:solidFill>
                  <a:srgbClr val="176B78"/>
                </a:solidFill>
                <a:latin typeface="Nimbus Sans"/>
                <a:ea typeface="Nimbus Sans"/>
                <a:cs typeface="Nimbus Sans"/>
              </a:defRPr>
            </a:lvl8pPr>
            <a:lvl9pPr>
              <a:defRPr sz="2100" b="1">
                <a:solidFill>
                  <a:srgbClr val="176B78"/>
                </a:solidFill>
                <a:latin typeface="Nimbus Sans"/>
                <a:ea typeface="Nimbus Sans"/>
                <a:cs typeface="Nimbus Sans"/>
              </a:defRPr>
            </a:lvl9pPr>
          </a:lstStyle>
          <a:p xmlns:a="http://schemas.openxmlformats.org/drawingml/2006/main">
            <a:pPr>
              <a:defRPr sz="2100" b="1">
                <a:solidFill>
                  <a:srgbClr val="176B78"/>
                </a:solidFill>
                <a:latin typeface="Nimbus Sans"/>
                <a:ea typeface="Nimbus Sans"/>
                <a:cs typeface="Nimbus Sans"/>
              </a:defRPr>
            </a:pPr>
            <a:r>
              <a:rPr sz="2100" b="1">
                <a:solidFill>
                  <a:srgbClr val="176B78"/>
                </a:solidFill>
                <a:latin typeface="Nimbus Sans"/>
                <a:ea typeface="Nimbus Sans"/>
                <a:cs typeface="Nimbus Sans"/>
              </a:rPr>
              <a:t>1. Analyse veröffentlicht Ereignisse</a:t>
            </a:r>
          </a:p>
        </p:txBody>
      </p:sp>
      <p:sp>
        <p:nvSpPr>
          <p:cNvPr id="4" name="text-3">
            <a:extLst xmlns:a="http://schemas.openxmlformats.org/drawingml/2006/main">
              <a:ext uri="{FF2B5EF4-FFF2-40B4-BE49-F238E27FC236}">
                <a16:creationId xmlns:a16="http://schemas.microsoft.com/office/drawing/2014/main" id="{3C237F29-53AD-483A-8A33-C9A8D6191876}"/>
              </a:ext>
            </a:extLst>
          </p:cNvPr>
          <p:cNvSpPr>
            <a:spLocks xmlns:a="http://schemas.openxmlformats.org/drawingml/2006/main" noGrp="1"/>
          </p:cNvSpPr>
          <p:nvPr/>
        </p:nvSpPr>
        <p:spPr>
          <a:xfrm xmlns:a="http://schemas.openxmlformats.org/drawingml/2006/main">
            <a:off x="666750" y="2124075"/>
            <a:ext cx="1057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2025" b="0">
                <a:solidFill>
                  <a:srgbClr val="17252F"/>
                </a:solidFill>
                <a:latin typeface="Nimbus Sans"/>
                <a:ea typeface="Nimbus Sans"/>
                <a:cs typeface="Nimbus Sans"/>
              </a:defRPr>
            </a:defPPr>
            <a:lvl1pPr>
              <a:defRPr sz="2025" b="0">
                <a:solidFill>
                  <a:srgbClr val="17252F"/>
                </a:solidFill>
                <a:latin typeface="Nimbus Sans"/>
                <a:ea typeface="Nimbus Sans"/>
                <a:cs typeface="Nimbus Sans"/>
              </a:defRPr>
            </a:lvl1pPr>
            <a:lvl2pPr>
              <a:defRPr sz="2025" b="0">
                <a:solidFill>
                  <a:srgbClr val="17252F"/>
                </a:solidFill>
                <a:latin typeface="Nimbus Sans"/>
                <a:ea typeface="Nimbus Sans"/>
                <a:cs typeface="Nimbus Sans"/>
              </a:defRPr>
            </a:lvl2pPr>
            <a:lvl3pPr>
              <a:defRPr sz="2025" b="0">
                <a:solidFill>
                  <a:srgbClr val="17252F"/>
                </a:solidFill>
                <a:latin typeface="Nimbus Sans"/>
                <a:ea typeface="Nimbus Sans"/>
                <a:cs typeface="Nimbus Sans"/>
              </a:defRPr>
            </a:lvl3pPr>
            <a:lvl4pPr>
              <a:defRPr sz="2025" b="0">
                <a:solidFill>
                  <a:srgbClr val="17252F"/>
                </a:solidFill>
                <a:latin typeface="Nimbus Sans"/>
                <a:ea typeface="Nimbus Sans"/>
                <a:cs typeface="Nimbus Sans"/>
              </a:defRPr>
            </a:lvl4pPr>
            <a:lvl5pPr>
              <a:defRPr sz="2025" b="0">
                <a:solidFill>
                  <a:srgbClr val="17252F"/>
                </a:solidFill>
                <a:latin typeface="Nimbus Sans"/>
                <a:ea typeface="Nimbus Sans"/>
                <a:cs typeface="Nimbus Sans"/>
              </a:defRPr>
            </a:lvl5pPr>
            <a:lvl6pPr>
              <a:defRPr sz="2025" b="0">
                <a:solidFill>
                  <a:srgbClr val="17252F"/>
                </a:solidFill>
                <a:latin typeface="Nimbus Sans"/>
                <a:ea typeface="Nimbus Sans"/>
                <a:cs typeface="Nimbus Sans"/>
              </a:defRPr>
            </a:lvl6pPr>
            <a:lvl7pPr>
              <a:defRPr sz="2025" b="0">
                <a:solidFill>
                  <a:srgbClr val="17252F"/>
                </a:solidFill>
                <a:latin typeface="Nimbus Sans"/>
                <a:ea typeface="Nimbus Sans"/>
                <a:cs typeface="Nimbus Sans"/>
              </a:defRPr>
            </a:lvl7pPr>
            <a:lvl8pPr>
              <a:defRPr sz="2025" b="0">
                <a:solidFill>
                  <a:srgbClr val="17252F"/>
                </a:solidFill>
                <a:latin typeface="Nimbus Sans"/>
                <a:ea typeface="Nimbus Sans"/>
                <a:cs typeface="Nimbus Sans"/>
              </a:defRPr>
            </a:lvl8pPr>
            <a:lvl9pPr>
              <a:defRPr sz="2025" b="0">
                <a:solidFill>
                  <a:srgbClr val="17252F"/>
                </a:solidFill>
                <a:latin typeface="Nimbus Sans"/>
                <a:ea typeface="Nimbus Sans"/>
                <a:cs typeface="Nimbus Sans"/>
              </a:defRPr>
            </a:lvl9pPr>
          </a:lstStyle>
          <a:p xmlns:a="http://schemas.openxmlformats.org/drawingml/2006/main">
            <a:pPr>
              <a:defRPr sz="2025" b="0">
                <a:solidFill>
                  <a:srgbClr val="17252F"/>
                </a:solidFill>
                <a:latin typeface="Nimbus Sans"/>
                <a:ea typeface="Nimbus Sans"/>
                <a:cs typeface="Nimbus Sans"/>
              </a:defRPr>
            </a:pPr>
            <a:r>
              <a:rPr sz="2025" b="0">
                <a:solidFill>
                  <a:srgbClr val="17252F"/>
                </a:solidFill>
                <a:latin typeface="Nimbus Sans"/>
                <a:ea typeface="Nimbus Sans"/>
                <a:cs typeface="Nimbus Sans"/>
              </a:rPr>
              <a:t>Exchange: monitoring (topic)</a:t>
            </a:r>
          </a:p>
          <a:p xmlns:a="http://schemas.openxmlformats.org/drawingml/2006/main">
            <a:pPr>
              <a:defRPr sz="2025" b="0">
                <a:solidFill>
                  <a:srgbClr val="17252F"/>
                </a:solidFill>
                <a:latin typeface="Nimbus Sans"/>
                <a:ea typeface="Nimbus Sans"/>
                <a:cs typeface="Nimbus Sans"/>
              </a:defRPr>
            </a:pPr>
            <a:r>
              <a:rPr sz="2025" b="0">
                <a:solidFill>
                  <a:srgbClr val="17252F"/>
                </a:solidFill>
                <a:latin typeface="Nimbus Sans"/>
                <a:ea typeface="Nimbus Sans"/>
                <a:cs typeface="Nimbus Sans"/>
              </a:rPr>
              <a:t>Routing Keys: monitor.processed und monitor.failed</a:t>
            </a:r>
          </a:p>
        </p:txBody>
      </p:sp>
      <p:sp>
        <p:nvSpPr>
          <p:cNvPr id="5" name="text-4">
            <a:extLst xmlns:a="http://schemas.openxmlformats.org/drawingml/2006/main">
              <a:ext uri="{FF2B5EF4-FFF2-40B4-BE49-F238E27FC236}">
                <a16:creationId xmlns:a16="http://schemas.microsoft.com/office/drawing/2014/main" id="{C07E2B08-ECF4-4F2A-8165-23CE1F1C468A}"/>
              </a:ext>
            </a:extLst>
          </p:cNvPr>
          <p:cNvSpPr>
            <a:spLocks xmlns:a="http://schemas.openxmlformats.org/drawingml/2006/main" noGrp="1"/>
          </p:cNvSpPr>
          <p:nvPr/>
        </p:nvSpPr>
        <p:spPr>
          <a:xfrm xmlns:a="http://schemas.openxmlformats.org/drawingml/2006/main">
            <a:off x="666750" y="3190875"/>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2100" b="1">
                <a:solidFill>
                  <a:srgbClr val="176B78"/>
                </a:solidFill>
                <a:latin typeface="Nimbus Sans"/>
                <a:ea typeface="Nimbus Sans"/>
                <a:cs typeface="Nimbus Sans"/>
              </a:defRPr>
            </a:defPPr>
            <a:lvl1pPr>
              <a:defRPr sz="2100" b="1">
                <a:solidFill>
                  <a:srgbClr val="176B78"/>
                </a:solidFill>
                <a:latin typeface="Nimbus Sans"/>
                <a:ea typeface="Nimbus Sans"/>
                <a:cs typeface="Nimbus Sans"/>
              </a:defRPr>
            </a:lvl1pPr>
            <a:lvl2pPr>
              <a:defRPr sz="2100" b="1">
                <a:solidFill>
                  <a:srgbClr val="176B78"/>
                </a:solidFill>
                <a:latin typeface="Nimbus Sans"/>
                <a:ea typeface="Nimbus Sans"/>
                <a:cs typeface="Nimbus Sans"/>
              </a:defRPr>
            </a:lvl2pPr>
            <a:lvl3pPr>
              <a:defRPr sz="2100" b="1">
                <a:solidFill>
                  <a:srgbClr val="176B78"/>
                </a:solidFill>
                <a:latin typeface="Nimbus Sans"/>
                <a:ea typeface="Nimbus Sans"/>
                <a:cs typeface="Nimbus Sans"/>
              </a:defRPr>
            </a:lvl3pPr>
            <a:lvl4pPr>
              <a:defRPr sz="2100" b="1">
                <a:solidFill>
                  <a:srgbClr val="176B78"/>
                </a:solidFill>
                <a:latin typeface="Nimbus Sans"/>
                <a:ea typeface="Nimbus Sans"/>
                <a:cs typeface="Nimbus Sans"/>
              </a:defRPr>
            </a:lvl4pPr>
            <a:lvl5pPr>
              <a:defRPr sz="2100" b="1">
                <a:solidFill>
                  <a:srgbClr val="176B78"/>
                </a:solidFill>
                <a:latin typeface="Nimbus Sans"/>
                <a:ea typeface="Nimbus Sans"/>
                <a:cs typeface="Nimbus Sans"/>
              </a:defRPr>
            </a:lvl5pPr>
            <a:lvl6pPr>
              <a:defRPr sz="2100" b="1">
                <a:solidFill>
                  <a:srgbClr val="176B78"/>
                </a:solidFill>
                <a:latin typeface="Nimbus Sans"/>
                <a:ea typeface="Nimbus Sans"/>
                <a:cs typeface="Nimbus Sans"/>
              </a:defRPr>
            </a:lvl6pPr>
            <a:lvl7pPr>
              <a:defRPr sz="2100" b="1">
                <a:solidFill>
                  <a:srgbClr val="176B78"/>
                </a:solidFill>
                <a:latin typeface="Nimbus Sans"/>
                <a:ea typeface="Nimbus Sans"/>
                <a:cs typeface="Nimbus Sans"/>
              </a:defRPr>
            </a:lvl7pPr>
            <a:lvl8pPr>
              <a:defRPr sz="2100" b="1">
                <a:solidFill>
                  <a:srgbClr val="176B78"/>
                </a:solidFill>
                <a:latin typeface="Nimbus Sans"/>
                <a:ea typeface="Nimbus Sans"/>
                <a:cs typeface="Nimbus Sans"/>
              </a:defRPr>
            </a:lvl8pPr>
            <a:lvl9pPr>
              <a:defRPr sz="2100" b="1">
                <a:solidFill>
                  <a:srgbClr val="176B78"/>
                </a:solidFill>
                <a:latin typeface="Nimbus Sans"/>
                <a:ea typeface="Nimbus Sans"/>
                <a:cs typeface="Nimbus Sans"/>
              </a:defRPr>
            </a:lvl9pPr>
          </a:lstStyle>
          <a:p xmlns:a="http://schemas.openxmlformats.org/drawingml/2006/main">
            <a:pPr>
              <a:defRPr sz="2100" b="1">
                <a:solidFill>
                  <a:srgbClr val="176B78"/>
                </a:solidFill>
                <a:latin typeface="Nimbus Sans"/>
                <a:ea typeface="Nimbus Sans"/>
                <a:cs typeface="Nimbus Sans"/>
              </a:defRPr>
            </a:pPr>
            <a:r>
              <a:rPr sz="2100" b="1">
                <a:solidFill>
                  <a:srgbClr val="176B78"/>
                </a:solidFill>
                <a:latin typeface="Nimbus Sans"/>
                <a:ea typeface="Nimbus Sans"/>
                <a:cs typeface="Nimbus Sans"/>
              </a:rPr>
              <a:t>2. Binding leitet an die Queue weiter</a:t>
            </a:r>
          </a:p>
        </p:txBody>
      </p:sp>
      <p:sp>
        <p:nvSpPr>
          <p:cNvPr id="6" name="text-5">
            <a:extLst xmlns:a="http://schemas.openxmlformats.org/drawingml/2006/main">
              <a:ext uri="{FF2B5EF4-FFF2-40B4-BE49-F238E27FC236}">
                <a16:creationId xmlns:a16="http://schemas.microsoft.com/office/drawing/2014/main" id="{8B3A0D9C-3B5D-4616-92C9-E3DC5EF4099A}"/>
              </a:ext>
            </a:extLst>
          </p:cNvPr>
          <p:cNvSpPr>
            <a:spLocks xmlns:a="http://schemas.openxmlformats.org/drawingml/2006/main" noGrp="1"/>
          </p:cNvSpPr>
          <p:nvPr/>
        </p:nvSpPr>
        <p:spPr>
          <a:xfrm xmlns:a="http://schemas.openxmlformats.org/drawingml/2006/main">
            <a:off x="666750" y="3648075"/>
            <a:ext cx="1057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2025" b="0">
                <a:solidFill>
                  <a:srgbClr val="17252F"/>
                </a:solidFill>
                <a:latin typeface="Nimbus Sans"/>
                <a:ea typeface="Nimbus Sans"/>
                <a:cs typeface="Nimbus Sans"/>
              </a:defRPr>
            </a:defPPr>
            <a:lvl1pPr>
              <a:defRPr sz="2025" b="0">
                <a:solidFill>
                  <a:srgbClr val="17252F"/>
                </a:solidFill>
                <a:latin typeface="Nimbus Sans"/>
                <a:ea typeface="Nimbus Sans"/>
                <a:cs typeface="Nimbus Sans"/>
              </a:defRPr>
            </a:lvl1pPr>
            <a:lvl2pPr>
              <a:defRPr sz="2025" b="0">
                <a:solidFill>
                  <a:srgbClr val="17252F"/>
                </a:solidFill>
                <a:latin typeface="Nimbus Sans"/>
                <a:ea typeface="Nimbus Sans"/>
                <a:cs typeface="Nimbus Sans"/>
              </a:defRPr>
            </a:lvl2pPr>
            <a:lvl3pPr>
              <a:defRPr sz="2025" b="0">
                <a:solidFill>
                  <a:srgbClr val="17252F"/>
                </a:solidFill>
                <a:latin typeface="Nimbus Sans"/>
                <a:ea typeface="Nimbus Sans"/>
                <a:cs typeface="Nimbus Sans"/>
              </a:defRPr>
            </a:lvl3pPr>
            <a:lvl4pPr>
              <a:defRPr sz="2025" b="0">
                <a:solidFill>
                  <a:srgbClr val="17252F"/>
                </a:solidFill>
                <a:latin typeface="Nimbus Sans"/>
                <a:ea typeface="Nimbus Sans"/>
                <a:cs typeface="Nimbus Sans"/>
              </a:defRPr>
            </a:lvl4pPr>
            <a:lvl5pPr>
              <a:defRPr sz="2025" b="0">
                <a:solidFill>
                  <a:srgbClr val="17252F"/>
                </a:solidFill>
                <a:latin typeface="Nimbus Sans"/>
                <a:ea typeface="Nimbus Sans"/>
                <a:cs typeface="Nimbus Sans"/>
              </a:defRPr>
            </a:lvl5pPr>
            <a:lvl6pPr>
              <a:defRPr sz="2025" b="0">
                <a:solidFill>
                  <a:srgbClr val="17252F"/>
                </a:solidFill>
                <a:latin typeface="Nimbus Sans"/>
                <a:ea typeface="Nimbus Sans"/>
                <a:cs typeface="Nimbus Sans"/>
              </a:defRPr>
            </a:lvl6pPr>
            <a:lvl7pPr>
              <a:defRPr sz="2025" b="0">
                <a:solidFill>
                  <a:srgbClr val="17252F"/>
                </a:solidFill>
                <a:latin typeface="Nimbus Sans"/>
                <a:ea typeface="Nimbus Sans"/>
                <a:cs typeface="Nimbus Sans"/>
              </a:defRPr>
            </a:lvl7pPr>
            <a:lvl8pPr>
              <a:defRPr sz="2025" b="0">
                <a:solidFill>
                  <a:srgbClr val="17252F"/>
                </a:solidFill>
                <a:latin typeface="Nimbus Sans"/>
                <a:ea typeface="Nimbus Sans"/>
                <a:cs typeface="Nimbus Sans"/>
              </a:defRPr>
            </a:lvl8pPr>
            <a:lvl9pPr>
              <a:defRPr sz="2025" b="0">
                <a:solidFill>
                  <a:srgbClr val="17252F"/>
                </a:solidFill>
                <a:latin typeface="Nimbus Sans"/>
                <a:ea typeface="Nimbus Sans"/>
                <a:cs typeface="Nimbus Sans"/>
              </a:defRPr>
            </a:lvl9pPr>
          </a:lstStyle>
          <a:p xmlns:a="http://schemas.openxmlformats.org/drawingml/2006/main">
            <a:pPr>
              <a:defRPr sz="2025" b="0">
                <a:solidFill>
                  <a:srgbClr val="17252F"/>
                </a:solidFill>
                <a:latin typeface="Nimbus Sans"/>
                <a:ea typeface="Nimbus Sans"/>
                <a:cs typeface="Nimbus Sans"/>
              </a:defRPr>
            </a:pPr>
            <a:r>
              <a:rPr sz="2025" b="0">
                <a:solidFill>
                  <a:srgbClr val="17252F"/>
                </a:solidFill>
                <a:latin typeface="Nimbus Sans"/>
                <a:ea typeface="Nimbus Sans"/>
                <a:cs typeface="Nimbus Sans"/>
              </a:rPr>
              <a:t>Binding-Muster: monitor.#</a:t>
            </a:r>
          </a:p>
          <a:p xmlns:a="http://schemas.openxmlformats.org/drawingml/2006/main">
            <a:pPr>
              <a:defRPr sz="2025" b="0">
                <a:solidFill>
                  <a:srgbClr val="17252F"/>
                </a:solidFill>
                <a:latin typeface="Nimbus Sans"/>
                <a:ea typeface="Nimbus Sans"/>
                <a:cs typeface="Nimbus Sans"/>
              </a:defRPr>
            </a:pPr>
            <a:r>
              <a:rPr sz="2025" b="0">
                <a:solidFill>
                  <a:srgbClr val="17252F"/>
                </a:solidFill>
                <a:latin typeface="Nimbus Sans"/>
                <a:ea typeface="Nimbus Sans"/>
                <a:cs typeface="Nimbus Sans"/>
              </a:rPr>
              <a:t>Ziel-Queue: monitoring.events</a:t>
            </a:r>
          </a:p>
        </p:txBody>
      </p:sp>
      <p:sp>
        <p:nvSpPr>
          <p:cNvPr id="7" name="text-6">
            <a:extLst xmlns:a="http://schemas.openxmlformats.org/drawingml/2006/main">
              <a:ext uri="{FF2B5EF4-FFF2-40B4-BE49-F238E27FC236}">
                <a16:creationId xmlns:a16="http://schemas.microsoft.com/office/drawing/2014/main" id="{FDB62F91-094E-48F1-9EA7-AEEA539E2EAC}"/>
              </a:ext>
            </a:extLst>
          </p:cNvPr>
          <p:cNvSpPr>
            <a:spLocks xmlns:a="http://schemas.openxmlformats.org/drawingml/2006/main" noGrp="1"/>
          </p:cNvSpPr>
          <p:nvPr/>
        </p:nvSpPr>
        <p:spPr>
          <a:xfrm xmlns:a="http://schemas.openxmlformats.org/drawingml/2006/main">
            <a:off x="666750" y="4714875"/>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2100" b="1">
                <a:solidFill>
                  <a:srgbClr val="176B78"/>
                </a:solidFill>
                <a:latin typeface="Nimbus Sans"/>
                <a:ea typeface="Nimbus Sans"/>
                <a:cs typeface="Nimbus Sans"/>
              </a:defRPr>
            </a:defPPr>
            <a:lvl1pPr>
              <a:defRPr sz="2100" b="1">
                <a:solidFill>
                  <a:srgbClr val="176B78"/>
                </a:solidFill>
                <a:latin typeface="Nimbus Sans"/>
                <a:ea typeface="Nimbus Sans"/>
                <a:cs typeface="Nimbus Sans"/>
              </a:defRPr>
            </a:lvl1pPr>
            <a:lvl2pPr>
              <a:defRPr sz="2100" b="1">
                <a:solidFill>
                  <a:srgbClr val="176B78"/>
                </a:solidFill>
                <a:latin typeface="Nimbus Sans"/>
                <a:ea typeface="Nimbus Sans"/>
                <a:cs typeface="Nimbus Sans"/>
              </a:defRPr>
            </a:lvl2pPr>
            <a:lvl3pPr>
              <a:defRPr sz="2100" b="1">
                <a:solidFill>
                  <a:srgbClr val="176B78"/>
                </a:solidFill>
                <a:latin typeface="Nimbus Sans"/>
                <a:ea typeface="Nimbus Sans"/>
                <a:cs typeface="Nimbus Sans"/>
              </a:defRPr>
            </a:lvl3pPr>
            <a:lvl4pPr>
              <a:defRPr sz="2100" b="1">
                <a:solidFill>
                  <a:srgbClr val="176B78"/>
                </a:solidFill>
                <a:latin typeface="Nimbus Sans"/>
                <a:ea typeface="Nimbus Sans"/>
                <a:cs typeface="Nimbus Sans"/>
              </a:defRPr>
            </a:lvl4pPr>
            <a:lvl5pPr>
              <a:defRPr sz="2100" b="1">
                <a:solidFill>
                  <a:srgbClr val="176B78"/>
                </a:solidFill>
                <a:latin typeface="Nimbus Sans"/>
                <a:ea typeface="Nimbus Sans"/>
                <a:cs typeface="Nimbus Sans"/>
              </a:defRPr>
            </a:lvl5pPr>
            <a:lvl6pPr>
              <a:defRPr sz="2100" b="1">
                <a:solidFill>
                  <a:srgbClr val="176B78"/>
                </a:solidFill>
                <a:latin typeface="Nimbus Sans"/>
                <a:ea typeface="Nimbus Sans"/>
                <a:cs typeface="Nimbus Sans"/>
              </a:defRPr>
            </a:lvl6pPr>
            <a:lvl7pPr>
              <a:defRPr sz="2100" b="1">
                <a:solidFill>
                  <a:srgbClr val="176B78"/>
                </a:solidFill>
                <a:latin typeface="Nimbus Sans"/>
                <a:ea typeface="Nimbus Sans"/>
                <a:cs typeface="Nimbus Sans"/>
              </a:defRPr>
            </a:lvl7pPr>
            <a:lvl8pPr>
              <a:defRPr sz="2100" b="1">
                <a:solidFill>
                  <a:srgbClr val="176B78"/>
                </a:solidFill>
                <a:latin typeface="Nimbus Sans"/>
                <a:ea typeface="Nimbus Sans"/>
                <a:cs typeface="Nimbus Sans"/>
              </a:defRPr>
            </a:lvl8pPr>
            <a:lvl9pPr>
              <a:defRPr sz="2100" b="1">
                <a:solidFill>
                  <a:srgbClr val="176B78"/>
                </a:solidFill>
                <a:latin typeface="Nimbus Sans"/>
                <a:ea typeface="Nimbus Sans"/>
                <a:cs typeface="Nimbus Sans"/>
              </a:defRPr>
            </a:lvl9pPr>
          </a:lstStyle>
          <a:p xmlns:a="http://schemas.openxmlformats.org/drawingml/2006/main">
            <a:pPr>
              <a:defRPr sz="2100" b="1">
                <a:solidFill>
                  <a:srgbClr val="176B78"/>
                </a:solidFill>
                <a:latin typeface="Nimbus Sans"/>
                <a:ea typeface="Nimbus Sans"/>
                <a:cs typeface="Nimbus Sans"/>
              </a:defRPr>
            </a:pPr>
            <a:r>
              <a:rPr sz="2100" b="1">
                <a:solidFill>
                  <a:srgbClr val="176B78"/>
                </a:solidFill>
                <a:latin typeface="Nimbus Sans"/>
                <a:ea typeface="Nimbus Sans"/>
                <a:cs typeface="Nimbus Sans"/>
              </a:rPr>
              <a:t>3. Monitoring-Consumer liest die Queue</a:t>
            </a:r>
          </a:p>
        </p:txBody>
      </p:sp>
      <p:sp>
        <p:nvSpPr>
          <p:cNvPr id="8" name="text-7">
            <a:extLst xmlns:a="http://schemas.openxmlformats.org/drawingml/2006/main">
              <a:ext uri="{FF2B5EF4-FFF2-40B4-BE49-F238E27FC236}">
                <a16:creationId xmlns:a16="http://schemas.microsoft.com/office/drawing/2014/main" id="{AA81E77A-90F3-4B2A-A85E-27929F3422C5}"/>
              </a:ext>
            </a:extLst>
          </p:cNvPr>
          <p:cNvSpPr>
            <a:spLocks xmlns:a="http://schemas.openxmlformats.org/drawingml/2006/main" noGrp="1"/>
          </p:cNvSpPr>
          <p:nvPr/>
        </p:nvSpPr>
        <p:spPr>
          <a:xfrm xmlns:a="http://schemas.openxmlformats.org/drawingml/2006/main">
            <a:off x="666750" y="5172075"/>
            <a:ext cx="1057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2025" b="0">
                <a:solidFill>
                  <a:srgbClr val="17252F"/>
                </a:solidFill>
                <a:latin typeface="Nimbus Sans"/>
                <a:ea typeface="Nimbus Sans"/>
                <a:cs typeface="Nimbus Sans"/>
              </a:defRPr>
            </a:defPPr>
            <a:lvl1pPr>
              <a:defRPr sz="2025" b="0">
                <a:solidFill>
                  <a:srgbClr val="17252F"/>
                </a:solidFill>
                <a:latin typeface="Nimbus Sans"/>
                <a:ea typeface="Nimbus Sans"/>
                <a:cs typeface="Nimbus Sans"/>
              </a:defRPr>
            </a:lvl1pPr>
            <a:lvl2pPr>
              <a:defRPr sz="2025" b="0">
                <a:solidFill>
                  <a:srgbClr val="17252F"/>
                </a:solidFill>
                <a:latin typeface="Nimbus Sans"/>
                <a:ea typeface="Nimbus Sans"/>
                <a:cs typeface="Nimbus Sans"/>
              </a:defRPr>
            </a:lvl2pPr>
            <a:lvl3pPr>
              <a:defRPr sz="2025" b="0">
                <a:solidFill>
                  <a:srgbClr val="17252F"/>
                </a:solidFill>
                <a:latin typeface="Nimbus Sans"/>
                <a:ea typeface="Nimbus Sans"/>
                <a:cs typeface="Nimbus Sans"/>
              </a:defRPr>
            </a:lvl3pPr>
            <a:lvl4pPr>
              <a:defRPr sz="2025" b="0">
                <a:solidFill>
                  <a:srgbClr val="17252F"/>
                </a:solidFill>
                <a:latin typeface="Nimbus Sans"/>
                <a:ea typeface="Nimbus Sans"/>
                <a:cs typeface="Nimbus Sans"/>
              </a:defRPr>
            </a:lvl4pPr>
            <a:lvl5pPr>
              <a:defRPr sz="2025" b="0">
                <a:solidFill>
                  <a:srgbClr val="17252F"/>
                </a:solidFill>
                <a:latin typeface="Nimbus Sans"/>
                <a:ea typeface="Nimbus Sans"/>
                <a:cs typeface="Nimbus Sans"/>
              </a:defRPr>
            </a:lvl5pPr>
            <a:lvl6pPr>
              <a:defRPr sz="2025" b="0">
                <a:solidFill>
                  <a:srgbClr val="17252F"/>
                </a:solidFill>
                <a:latin typeface="Nimbus Sans"/>
                <a:ea typeface="Nimbus Sans"/>
                <a:cs typeface="Nimbus Sans"/>
              </a:defRPr>
            </a:lvl6pPr>
            <a:lvl7pPr>
              <a:defRPr sz="2025" b="0">
                <a:solidFill>
                  <a:srgbClr val="17252F"/>
                </a:solidFill>
                <a:latin typeface="Nimbus Sans"/>
                <a:ea typeface="Nimbus Sans"/>
                <a:cs typeface="Nimbus Sans"/>
              </a:defRPr>
            </a:lvl7pPr>
            <a:lvl8pPr>
              <a:defRPr sz="2025" b="0">
                <a:solidFill>
                  <a:srgbClr val="17252F"/>
                </a:solidFill>
                <a:latin typeface="Nimbus Sans"/>
                <a:ea typeface="Nimbus Sans"/>
                <a:cs typeface="Nimbus Sans"/>
              </a:defRPr>
            </a:lvl8pPr>
            <a:lvl9pPr>
              <a:defRPr sz="2025" b="0">
                <a:solidFill>
                  <a:srgbClr val="17252F"/>
                </a:solidFill>
                <a:latin typeface="Nimbus Sans"/>
                <a:ea typeface="Nimbus Sans"/>
                <a:cs typeface="Nimbus Sans"/>
              </a:defRPr>
            </a:lvl9pPr>
          </a:lstStyle>
          <a:p xmlns:a="http://schemas.openxmlformats.org/drawingml/2006/main">
            <a:pPr>
              <a:defRPr sz="2025" b="0">
                <a:solidFill>
                  <a:srgbClr val="17252F"/>
                </a:solidFill>
                <a:latin typeface="Nimbus Sans"/>
                <a:ea typeface="Nimbus Sans"/>
                <a:cs typeface="Nimbus Sans"/>
              </a:defRPr>
            </a:pPr>
            <a:r>
              <a:rPr sz="2025" b="0">
                <a:solidFill>
                  <a:srgbClr val="17252F"/>
                </a:solidFill>
                <a:latin typeface="Nimbus Sans"/>
                <a:ea typeface="Nimbus Sans"/>
                <a:cs typeface="Nimbus Sans"/>
              </a:rPr>
              <a:t>Er liest aus monitoring.events und gibt alle fünf Sekunden Verarbeitungszahlen, Alarme und die durchschnittliche Analysezeit aus.</a:t>
            </a:r>
          </a:p>
        </p:txBody>
      </p:sp>
    </p:spTree>
    <p:extLst>
      <p:ext uri="{BB962C8B-B14F-4D97-AF65-F5344CB8AC3E}">
        <p14:creationId xmlns:p14="http://schemas.microsoft.com/office/powerpoint/2010/main" val="186761009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0">
            <a:extLst xmlns:a="http://schemas.openxmlformats.org/drawingml/2006/main">
              <a:ext uri="{FF2B5EF4-FFF2-40B4-BE49-F238E27FC236}">
                <a16:creationId xmlns:a16="http://schemas.microsoft.com/office/drawing/2014/main" id="{DB4315B2-FA71-43DD-BFF7-45B993691017}"/>
              </a:ext>
            </a:extLst>
          </p:cNvPr>
          <p:cNvSpPr>
            <a:spLocks xmlns:a="http://schemas.openxmlformats.org/drawingml/2006/main" noGrp="1"/>
          </p:cNvSpPr>
          <p:nvPr/>
        </p:nvSpPr>
        <p:spPr>
          <a:xfrm xmlns:a="http://schemas.openxmlformats.org/drawingml/2006/main">
            <a:off x="666750" y="2762250"/>
            <a:ext cx="108585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ctr">
              <a:defRPr sz="4500" b="1">
                <a:solidFill>
                  <a:srgbClr val="17252F"/>
                </a:solidFill>
                <a:latin typeface="Nimbus Sans"/>
                <a:ea typeface="Nimbus Sans"/>
                <a:cs typeface="Nimbus Sans"/>
              </a:defRPr>
            </a:defPPr>
            <a:lvl1pPr algn="ctr">
              <a:defRPr sz="4500" b="1">
                <a:solidFill>
                  <a:srgbClr val="17252F"/>
                </a:solidFill>
                <a:latin typeface="Nimbus Sans"/>
                <a:ea typeface="Nimbus Sans"/>
                <a:cs typeface="Nimbus Sans"/>
              </a:defRPr>
            </a:lvl1pPr>
            <a:lvl2pPr algn="ctr">
              <a:defRPr sz="4500" b="1">
                <a:solidFill>
                  <a:srgbClr val="17252F"/>
                </a:solidFill>
                <a:latin typeface="Nimbus Sans"/>
                <a:ea typeface="Nimbus Sans"/>
                <a:cs typeface="Nimbus Sans"/>
              </a:defRPr>
            </a:lvl2pPr>
            <a:lvl3pPr algn="ctr">
              <a:defRPr sz="4500" b="1">
                <a:solidFill>
                  <a:srgbClr val="17252F"/>
                </a:solidFill>
                <a:latin typeface="Nimbus Sans"/>
                <a:ea typeface="Nimbus Sans"/>
                <a:cs typeface="Nimbus Sans"/>
              </a:defRPr>
            </a:lvl3pPr>
            <a:lvl4pPr algn="ctr">
              <a:defRPr sz="4500" b="1">
                <a:solidFill>
                  <a:srgbClr val="17252F"/>
                </a:solidFill>
                <a:latin typeface="Nimbus Sans"/>
                <a:ea typeface="Nimbus Sans"/>
                <a:cs typeface="Nimbus Sans"/>
              </a:defRPr>
            </a:lvl4pPr>
            <a:lvl5pPr algn="ctr">
              <a:defRPr sz="4500" b="1">
                <a:solidFill>
                  <a:srgbClr val="17252F"/>
                </a:solidFill>
                <a:latin typeface="Nimbus Sans"/>
                <a:ea typeface="Nimbus Sans"/>
                <a:cs typeface="Nimbus Sans"/>
              </a:defRPr>
            </a:lvl5pPr>
            <a:lvl6pPr algn="ctr">
              <a:defRPr sz="4500" b="1">
                <a:solidFill>
                  <a:srgbClr val="17252F"/>
                </a:solidFill>
                <a:latin typeface="Nimbus Sans"/>
                <a:ea typeface="Nimbus Sans"/>
                <a:cs typeface="Nimbus Sans"/>
              </a:defRPr>
            </a:lvl6pPr>
            <a:lvl7pPr algn="ctr">
              <a:defRPr sz="4500" b="1">
                <a:solidFill>
                  <a:srgbClr val="17252F"/>
                </a:solidFill>
                <a:latin typeface="Nimbus Sans"/>
                <a:ea typeface="Nimbus Sans"/>
                <a:cs typeface="Nimbus Sans"/>
              </a:defRPr>
            </a:lvl7pPr>
            <a:lvl8pPr algn="ctr">
              <a:defRPr sz="4500" b="1">
                <a:solidFill>
                  <a:srgbClr val="17252F"/>
                </a:solidFill>
                <a:latin typeface="Nimbus Sans"/>
                <a:ea typeface="Nimbus Sans"/>
                <a:cs typeface="Nimbus Sans"/>
              </a:defRPr>
            </a:lvl8pPr>
            <a:lvl9pPr algn="ctr">
              <a:defRPr sz="4500" b="1">
                <a:solidFill>
                  <a:srgbClr val="17252F"/>
                </a:solidFill>
                <a:latin typeface="Nimbus Sans"/>
                <a:ea typeface="Nimbus Sans"/>
                <a:cs typeface="Nimbus Sans"/>
              </a:defRPr>
            </a:lvl9pPr>
          </a:lstStyle>
          <a:p xmlns:a="http://schemas.openxmlformats.org/drawingml/2006/main">
            <a:pPr algn="ctr">
              <a:defRPr sz="4500" b="1">
                <a:solidFill>
                  <a:srgbClr val="17252F"/>
                </a:solidFill>
                <a:latin typeface="Nimbus Sans"/>
                <a:ea typeface="Nimbus Sans"/>
                <a:cs typeface="Nimbus Sans"/>
              </a:defRPr>
            </a:pPr>
            <a:r>
              <a:rPr sz="4500" b="1">
                <a:solidFill>
                  <a:srgbClr val="17252F"/>
                </a:solidFill>
                <a:latin typeface="Nimbus Sans"/>
                <a:ea typeface="Nimbus Sans"/>
                <a:cs typeface="Nimbus Sans"/>
              </a:rPr>
              <a:t>Live-Demo: regulärer Betrieb</a:t>
            </a:r>
          </a:p>
        </p:txBody>
      </p:sp>
    </p:spTree>
    <p:extLst>
      <p:ext uri="{BB962C8B-B14F-4D97-AF65-F5344CB8AC3E}">
        <p14:creationId xmlns:p14="http://schemas.microsoft.com/office/powerpoint/2010/main" val="156611022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526A404B-6AF8-4072-8225-0378AD3A1DEA}"/>
              </a:ext>
            </a:extLst>
          </p:cNvPr>
          <p:cNvSpPr>
            <a:spLocks xmlns:a="http://schemas.openxmlformats.org/drawingml/2006/main" noGrp="1"/>
          </p:cNvSpPr>
          <p:nvPr/>
        </p:nvSpPr>
        <p:spPr>
          <a:xfrm xmlns:a="http://schemas.openxmlformats.org/drawingml/2006/main">
            <a:off x="666750" y="523875"/>
            <a:ext cx="10858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3225" b="1">
                <a:solidFill>
                  <a:srgbClr val="17252F"/>
                </a:solidFill>
                <a:latin typeface="Nimbus Sans"/>
                <a:ea typeface="Nimbus Sans"/>
                <a:cs typeface="Nimbus Sans"/>
              </a:defRPr>
            </a:defPPr>
            <a:lvl1pPr>
              <a:defRPr sz="3225" b="1">
                <a:solidFill>
                  <a:srgbClr val="17252F"/>
                </a:solidFill>
                <a:latin typeface="Nimbus Sans"/>
                <a:ea typeface="Nimbus Sans"/>
                <a:cs typeface="Nimbus Sans"/>
              </a:defRPr>
            </a:lvl1pPr>
            <a:lvl2pPr>
              <a:defRPr sz="3225" b="1">
                <a:solidFill>
                  <a:srgbClr val="17252F"/>
                </a:solidFill>
                <a:latin typeface="Nimbus Sans"/>
                <a:ea typeface="Nimbus Sans"/>
                <a:cs typeface="Nimbus Sans"/>
              </a:defRPr>
            </a:lvl2pPr>
            <a:lvl3pPr>
              <a:defRPr sz="3225" b="1">
                <a:solidFill>
                  <a:srgbClr val="17252F"/>
                </a:solidFill>
                <a:latin typeface="Nimbus Sans"/>
                <a:ea typeface="Nimbus Sans"/>
                <a:cs typeface="Nimbus Sans"/>
              </a:defRPr>
            </a:lvl3pPr>
            <a:lvl4pPr>
              <a:defRPr sz="3225" b="1">
                <a:solidFill>
                  <a:srgbClr val="17252F"/>
                </a:solidFill>
                <a:latin typeface="Nimbus Sans"/>
                <a:ea typeface="Nimbus Sans"/>
                <a:cs typeface="Nimbus Sans"/>
              </a:defRPr>
            </a:lvl4pPr>
            <a:lvl5pPr>
              <a:defRPr sz="3225" b="1">
                <a:solidFill>
                  <a:srgbClr val="17252F"/>
                </a:solidFill>
                <a:latin typeface="Nimbus Sans"/>
                <a:ea typeface="Nimbus Sans"/>
                <a:cs typeface="Nimbus Sans"/>
              </a:defRPr>
            </a:lvl5pPr>
            <a:lvl6pPr>
              <a:defRPr sz="3225" b="1">
                <a:solidFill>
                  <a:srgbClr val="17252F"/>
                </a:solidFill>
                <a:latin typeface="Nimbus Sans"/>
                <a:ea typeface="Nimbus Sans"/>
                <a:cs typeface="Nimbus Sans"/>
              </a:defRPr>
            </a:lvl6pPr>
            <a:lvl7pPr>
              <a:defRPr sz="3225" b="1">
                <a:solidFill>
                  <a:srgbClr val="17252F"/>
                </a:solidFill>
                <a:latin typeface="Nimbus Sans"/>
                <a:ea typeface="Nimbus Sans"/>
                <a:cs typeface="Nimbus Sans"/>
              </a:defRPr>
            </a:lvl7pPr>
            <a:lvl8pPr>
              <a:defRPr sz="3225" b="1">
                <a:solidFill>
                  <a:srgbClr val="17252F"/>
                </a:solidFill>
                <a:latin typeface="Nimbus Sans"/>
                <a:ea typeface="Nimbus Sans"/>
                <a:cs typeface="Nimbus Sans"/>
              </a:defRPr>
            </a:lvl8pPr>
            <a:lvl9pPr>
              <a:defRPr sz="3225" b="1">
                <a:solidFill>
                  <a:srgbClr val="17252F"/>
                </a:solidFill>
                <a:latin typeface="Nimbus Sans"/>
                <a:ea typeface="Nimbus Sans"/>
                <a:cs typeface="Nimbus Sans"/>
              </a:defRPr>
            </a:lvl9pPr>
          </a:lstStyle>
          <a:p xmlns:a="http://schemas.openxmlformats.org/drawingml/2006/main">
            <a:pPr>
              <a:defRPr sz="3225" b="1">
                <a:solidFill>
                  <a:srgbClr val="17252F"/>
                </a:solidFill>
                <a:latin typeface="Nimbus Sans"/>
                <a:ea typeface="Nimbus Sans"/>
                <a:cs typeface="Nimbus Sans"/>
              </a:defRPr>
            </a:pPr>
            <a:r>
              <a:rPr sz="3225" b="1">
                <a:solidFill>
                  <a:srgbClr val="17252F"/>
                </a:solidFill>
                <a:latin typeface="Nimbus Sans"/>
                <a:ea typeface="Nimbus Sans"/>
                <a:cs typeface="Nimbus Sans"/>
              </a:rPr>
              <a:t>Fehlerszenario 1: Alarm-Consumer fällt aus</a:t>
            </a:r>
          </a:p>
        </p:txBody>
      </p:sp>
      <p:sp>
        <p:nvSpPr>
          <p:cNvPr id="2" name="text-1">
            <a:extLst xmlns:a="http://schemas.openxmlformats.org/drawingml/2006/main">
              <a:ext uri="{FF2B5EF4-FFF2-40B4-BE49-F238E27FC236}">
                <a16:creationId xmlns:a16="http://schemas.microsoft.com/office/drawing/2014/main" id="{5760F9E0-646B-4D68-B56C-2053287F5BCE}"/>
              </a:ext>
            </a:extLst>
          </p:cNvPr>
          <p:cNvSpPr>
            <a:spLocks xmlns:a="http://schemas.openxmlformats.org/drawingml/2006/main" noGrp="1"/>
          </p:cNvSpPr>
          <p:nvPr/>
        </p:nvSpPr>
        <p:spPr>
          <a:xfrm xmlns:a="http://schemas.openxmlformats.org/drawingml/2006/main">
            <a:off x="9620250" y="63246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1350" b="0">
                <a:solidFill>
                  <a:srgbClr val="52616B"/>
                </a:solidFill>
                <a:latin typeface="Nimbus Sans"/>
                <a:ea typeface="Nimbus Sans"/>
                <a:cs typeface="Nimbus Sans"/>
              </a:defRPr>
            </a:defPPr>
            <a:lvl1pPr>
              <a:defRPr sz="1350" b="0">
                <a:solidFill>
                  <a:srgbClr val="52616B"/>
                </a:solidFill>
                <a:latin typeface="Nimbus Sans"/>
                <a:ea typeface="Nimbus Sans"/>
                <a:cs typeface="Nimbus Sans"/>
              </a:defRPr>
            </a:lvl1pPr>
            <a:lvl2pPr>
              <a:defRPr sz="1350" b="0">
                <a:solidFill>
                  <a:srgbClr val="52616B"/>
                </a:solidFill>
                <a:latin typeface="Nimbus Sans"/>
                <a:ea typeface="Nimbus Sans"/>
                <a:cs typeface="Nimbus Sans"/>
              </a:defRPr>
            </a:lvl2pPr>
            <a:lvl3pPr>
              <a:defRPr sz="1350" b="0">
                <a:solidFill>
                  <a:srgbClr val="52616B"/>
                </a:solidFill>
                <a:latin typeface="Nimbus Sans"/>
                <a:ea typeface="Nimbus Sans"/>
                <a:cs typeface="Nimbus Sans"/>
              </a:defRPr>
            </a:lvl3pPr>
            <a:lvl4pPr>
              <a:defRPr sz="1350" b="0">
                <a:solidFill>
                  <a:srgbClr val="52616B"/>
                </a:solidFill>
                <a:latin typeface="Nimbus Sans"/>
                <a:ea typeface="Nimbus Sans"/>
                <a:cs typeface="Nimbus Sans"/>
              </a:defRPr>
            </a:lvl4pPr>
            <a:lvl5pPr>
              <a:defRPr sz="1350" b="0">
                <a:solidFill>
                  <a:srgbClr val="52616B"/>
                </a:solidFill>
                <a:latin typeface="Nimbus Sans"/>
                <a:ea typeface="Nimbus Sans"/>
                <a:cs typeface="Nimbus Sans"/>
              </a:defRPr>
            </a:lvl5pPr>
            <a:lvl6pPr>
              <a:defRPr sz="1350" b="0">
                <a:solidFill>
                  <a:srgbClr val="52616B"/>
                </a:solidFill>
                <a:latin typeface="Nimbus Sans"/>
                <a:ea typeface="Nimbus Sans"/>
                <a:cs typeface="Nimbus Sans"/>
              </a:defRPr>
            </a:lvl6pPr>
            <a:lvl7pPr>
              <a:defRPr sz="1350" b="0">
                <a:solidFill>
                  <a:srgbClr val="52616B"/>
                </a:solidFill>
                <a:latin typeface="Nimbus Sans"/>
                <a:ea typeface="Nimbus Sans"/>
                <a:cs typeface="Nimbus Sans"/>
              </a:defRPr>
            </a:lvl7pPr>
            <a:lvl8pPr>
              <a:defRPr sz="1350" b="0">
                <a:solidFill>
                  <a:srgbClr val="52616B"/>
                </a:solidFill>
                <a:latin typeface="Nimbus Sans"/>
                <a:ea typeface="Nimbus Sans"/>
                <a:cs typeface="Nimbus Sans"/>
              </a:defRPr>
            </a:lvl8pPr>
            <a:lvl9pPr>
              <a:defRPr sz="1350" b="0">
                <a:solidFill>
                  <a:srgbClr val="52616B"/>
                </a:solidFill>
                <a:latin typeface="Nimbus Sans"/>
                <a:ea typeface="Nimbus Sans"/>
                <a:cs typeface="Nimbus Sans"/>
              </a:defRPr>
            </a:lvl9pPr>
          </a:lstStyle>
          <a:p xmlns:a="http://schemas.openxmlformats.org/drawingml/2006/main">
            <a:pPr>
              <a:defRPr sz="1350" b="0">
                <a:solidFill>
                  <a:srgbClr val="52616B"/>
                </a:solidFill>
                <a:latin typeface="Nimbus Sans"/>
                <a:ea typeface="Nimbus Sans"/>
                <a:cs typeface="Nimbus Sans"/>
              </a:defRPr>
            </a:pPr>
            <a:r>
              <a:rPr sz="1350" b="0">
                <a:solidFill>
                  <a:srgbClr val="52616B"/>
                </a:solidFill>
                <a:latin typeface="Nimbus Sans"/>
                <a:ea typeface="Nimbus Sans"/>
                <a:cs typeface="Nimbus Sans"/>
              </a:rPr>
              <a:t>11</a:t>
            </a:r>
          </a:p>
        </p:txBody>
      </p:sp>
      <p:graphicFrame>
        <p:nvGraphicFramePr>
          <p:cNvPr id="3" name="">
            <a:extLst xmlns:a="http://schemas.openxmlformats.org/drawingml/2006/main">
              <a:ext uri="{FF2B5EF4-FFF2-40B4-BE49-F238E27FC236}">
                <a16:creationId xmlns:a16="http://schemas.microsoft.com/office/drawing/2014/main" id="{E4930FCA-3D3C-4048-AC27-49621D98EDC6}"/>
              </a:ext>
            </a:extLst>
          </p:cNvPr>
          <p:cNvGraphicFramePr/>
          <p:nvPr/>
        </p:nvGraphicFramePr>
        <p:xfrm>
          <a:off xmlns:a="http://schemas.openxmlformats.org/drawingml/2006/main" x="666750" y="1666875"/>
          <a:ext xmlns:a="http://schemas.openxmlformats.org/drawingml/2006/main" cx="10858500" cy="3667125"/>
        </p:xfrm>
        <a:graphic xmlns:a="http://schemas.openxmlformats.org/drawingml/2006/main">
          <a:graphicData uri="http://schemas.openxmlformats.org/drawingml/2006/table">
            <a:tbl>
              <a:tblPr/>
              <a:tblGrid>
                <a:gridCol w="3238500"/>
                <a:gridCol w="7620000"/>
              </a:tblGrid>
              <a:tr h="611188">
                <a:tc>
                  <a:txBody>
                    <a:bodyPr lIns="133350" tIns="133350" rIns="133350" bIns="133350"/>
                    <a:lstStyle/>
                    <a:p>
                      <a:r>
                        <a:rPr sz="1800" b="1">
                          <a:solidFill>
                            <a:srgbClr val="FFFFFF"/>
                          </a:solidFill>
                          <a:latin typeface="Nimbus Sans"/>
                          <a:ea typeface="Nimbus Sans"/>
                          <a:cs typeface="Nimbus Sans"/>
                        </a:rPr>
                        <a:t>Schritt</a:t>
                      </a:r>
                    </a:p>
                  </a:txBody>
                  <a:tcPr marL="91440" marR="91440" marT="45720" marB="45720" anchor="ctr">
                    <a:lnL w="9525">
                      <a:solidFill>
                        <a:srgbClr val="D8E2E5"/>
                      </a:solidFill>
                      <a:prstDash val="solid"/>
                    </a:lnL>
                    <a:lnR w="9525">
                      <a:solidFill>
                        <a:srgbClr val="D8E2E5"/>
                      </a:solidFill>
                      <a:prstDash val="solid"/>
                    </a:lnR>
                    <a:lnT w="9525">
                      <a:solidFill>
                        <a:srgbClr val="D8E2E5"/>
                      </a:solidFill>
                      <a:prstDash val="solid"/>
                    </a:lnT>
                    <a:lnB w="9525">
                      <a:solidFill>
                        <a:srgbClr val="D8E2E5"/>
                      </a:solidFill>
                      <a:prstDash val="solid"/>
                    </a:lnB>
                    <a:solidFill>
                      <a:srgbClr val="176B78"/>
                    </a:solidFill>
                  </a:tcPr>
                </a:tc>
                <a:tc>
                  <a:txBody>
                    <a:bodyPr lIns="133350" tIns="133350" rIns="133350" bIns="133350"/>
                    <a:lstStyle/>
                    <a:p>
                      <a:r>
                        <a:rPr sz="1800" b="1">
                          <a:solidFill>
                            <a:srgbClr val="FFFFFF"/>
                          </a:solidFill>
                          <a:latin typeface="Nimbus Sans"/>
                          <a:ea typeface="Nimbus Sans"/>
                          <a:cs typeface="Nimbus Sans"/>
                        </a:rPr>
                        <a:t>Dokumentiertes Verhalten und Einordnung</a:t>
                      </a:r>
                    </a:p>
                  </a:txBody>
                  <a:tcPr marL="91440" marR="91440" marT="45720" marB="45720" anchor="ctr">
                    <a:lnR w="9525">
                      <a:solidFill>
                        <a:srgbClr val="D8E2E5"/>
                      </a:solidFill>
                      <a:prstDash val="solid"/>
                    </a:lnR>
                    <a:lnT w="9525">
                      <a:solidFill>
                        <a:srgbClr val="D8E2E5"/>
                      </a:solidFill>
                      <a:prstDash val="solid"/>
                    </a:lnT>
                    <a:lnB w="9525">
                      <a:solidFill>
                        <a:srgbClr val="D8E2E5"/>
                      </a:solidFill>
                      <a:prstDash val="solid"/>
                    </a:lnB>
                    <a:solidFill>
                      <a:srgbClr val="176B78"/>
                    </a:solidFill>
                  </a:tcPr>
                </a:tc>
              </a:tr>
              <a:tr h="611188">
                <a:tc>
                  <a:txBody>
                    <a:bodyPr lIns="133350" tIns="133350" rIns="133350" bIns="133350"/>
                    <a:lstStyle/>
                    <a:p>
                      <a:r>
                        <a:rPr sz="1800" b="0">
                          <a:solidFill>
                            <a:srgbClr val="17252F"/>
                          </a:solidFill>
                          <a:latin typeface="Nimbus Sans"/>
                          <a:ea typeface="Nimbus Sans"/>
                          <a:cs typeface="Nimbus Sans"/>
                        </a:rPr>
                        <a:t>Auslöser</a:t>
                      </a:r>
                    </a:p>
                  </a:txBody>
                  <a:tcPr marL="91440" marR="91440" marT="45720" marB="45720" anchor="ctr">
                    <a:lnL w="9525">
                      <a:solidFill>
                        <a:srgbClr val="D8E2E5"/>
                      </a:solidFill>
                      <a:prstDash val="solid"/>
                    </a:lnL>
                    <a:lnR w="9525">
                      <a:solidFill>
                        <a:srgbClr val="D8E2E5"/>
                      </a:solidFill>
                      <a:prstDash val="solid"/>
                    </a:lnR>
                    <a:lnB w="9525">
                      <a:solidFill>
                        <a:srgbClr val="D8E2E5"/>
                      </a:solidFill>
                      <a:prstDash val="solid"/>
                    </a:lnB>
                    <a:solidFill>
                      <a:srgbClr val="FFFFFF"/>
                    </a:solidFill>
                  </a:tcPr>
                </a:tc>
                <a:tc>
                  <a:txBody>
                    <a:bodyPr lIns="133350" tIns="133350" rIns="133350" bIns="133350"/>
                    <a:lstStyle/>
                    <a:p>
                      <a:r>
                        <a:rPr sz="1800" b="0">
                          <a:solidFill>
                            <a:srgbClr val="17252F"/>
                          </a:solidFill>
                          <a:latin typeface="Nimbus Sans"/>
                          <a:ea typeface="Nimbus Sans"/>
                          <a:cs typeface="Nimbus Sans"/>
                        </a:rPr>
                        <a:t>Demo-Skript: kill -9 nach x s, Neustart nach y s</a:t>
                      </a:r>
                    </a:p>
                  </a:txBody>
                  <a:tcPr marL="91440" marR="91440" marT="45720" marB="45720" anchor="ctr">
                    <a:lnR w="9525">
                      <a:solidFill>
                        <a:srgbClr val="D8E2E5"/>
                      </a:solidFill>
                      <a:prstDash val="solid"/>
                    </a:lnR>
                    <a:lnB w="9525">
                      <a:solidFill>
                        <a:srgbClr val="D8E2E5"/>
                      </a:solidFill>
                      <a:prstDash val="solid"/>
                    </a:lnB>
                    <a:solidFill>
                      <a:srgbClr val="FFFFFF"/>
                    </a:solidFill>
                  </a:tcPr>
                </a:tc>
              </a:tr>
              <a:tr h="611188">
                <a:tc>
                  <a:txBody>
                    <a:bodyPr lIns="133350" tIns="133350" rIns="133350" bIns="133350"/>
                    <a:lstStyle/>
                    <a:p>
                      <a:r>
                        <a:rPr sz="1800" b="0">
                          <a:solidFill>
                            <a:srgbClr val="17252F"/>
                          </a:solidFill>
                          <a:latin typeface="Nimbus Sans"/>
                          <a:ea typeface="Nimbus Sans"/>
                          <a:cs typeface="Nimbus Sans"/>
                        </a:rPr>
                        <a:t>Nachrichten und ACK / NACK</a:t>
                      </a:r>
                    </a:p>
                  </a:txBody>
                  <a:tcPr marL="91440" marR="91440" marT="45720" marB="45720" anchor="ctr">
                    <a:lnL w="9525">
                      <a:solidFill>
                        <a:srgbClr val="D8E2E5"/>
                      </a:solidFill>
                      <a:prstDash val="solid"/>
                    </a:lnL>
                    <a:lnR w="9525">
                      <a:solidFill>
                        <a:srgbClr val="D8E2E5"/>
                      </a:solidFill>
                      <a:prstDash val="solid"/>
                    </a:lnR>
                    <a:lnB w="9525">
                      <a:solidFill>
                        <a:srgbClr val="D8E2E5"/>
                      </a:solidFill>
                      <a:prstDash val="solid"/>
                    </a:lnB>
                    <a:solidFill>
                      <a:srgbClr val="FFFFFF"/>
                    </a:solidFill>
                  </a:tcPr>
                </a:tc>
                <a:tc>
                  <a:txBody>
                    <a:bodyPr lIns="133350" tIns="133350" rIns="133350" bIns="133350"/>
                    <a:lstStyle/>
                    <a:p>
                      <a:r>
                        <a:rPr sz="1800" b="0">
                          <a:solidFill>
                            <a:srgbClr val="17252F"/>
                          </a:solidFill>
                          <a:latin typeface="Nimbus Sans"/>
                          <a:ea typeface="Nimbus Sans"/>
                          <a:cs typeface="Nimbus Sans"/>
                        </a:rPr>
                        <a:t>Wartende bleiben in der Queue. Kein ACK/NACK beim Crash.</a:t>
                      </a:r>
                    </a:p>
                  </a:txBody>
                  <a:tcPr marL="91440" marR="91440" marT="45720" marB="45720" anchor="ctr">
                    <a:lnR w="9525">
                      <a:solidFill>
                        <a:srgbClr val="D8E2E5"/>
                      </a:solidFill>
                      <a:prstDash val="solid"/>
                    </a:lnR>
                    <a:lnB w="9525">
                      <a:solidFill>
                        <a:srgbClr val="D8E2E5"/>
                      </a:solidFill>
                      <a:prstDash val="solid"/>
                    </a:lnB>
                    <a:solidFill>
                      <a:srgbClr val="FFFFFF"/>
                    </a:solidFill>
                  </a:tcPr>
                </a:tc>
              </a:tr>
              <a:tr h="611188">
                <a:tc>
                  <a:txBody>
                    <a:bodyPr lIns="133350" tIns="133350" rIns="133350" bIns="133350"/>
                    <a:lstStyle/>
                    <a:p>
                      <a:r>
                        <a:rPr sz="1800" b="0">
                          <a:solidFill>
                            <a:srgbClr val="17252F"/>
                          </a:solidFill>
                          <a:latin typeface="Nimbus Sans"/>
                          <a:ea typeface="Nimbus Sans"/>
                          <a:cs typeface="Nimbus Sans"/>
                        </a:rPr>
                        <a:t>Erneute Zustellung</a:t>
                      </a:r>
                    </a:p>
                  </a:txBody>
                  <a:tcPr marL="91440" marR="91440" marT="45720" marB="45720" anchor="ctr">
                    <a:lnL w="9525">
                      <a:solidFill>
                        <a:srgbClr val="D8E2E5"/>
                      </a:solidFill>
                      <a:prstDash val="solid"/>
                    </a:lnL>
                    <a:lnR w="9525">
                      <a:solidFill>
                        <a:srgbClr val="D8E2E5"/>
                      </a:solidFill>
                      <a:prstDash val="solid"/>
                    </a:lnR>
                    <a:lnB w="9525">
                      <a:solidFill>
                        <a:srgbClr val="D8E2E5"/>
                      </a:solidFill>
                      <a:prstDash val="solid"/>
                    </a:lnB>
                    <a:solidFill>
                      <a:srgbClr val="FFFFFF"/>
                    </a:solidFill>
                  </a:tcPr>
                </a:tc>
                <a:tc>
                  <a:txBody>
                    <a:bodyPr lIns="133350" tIns="133350" rIns="133350" bIns="133350"/>
                    <a:lstStyle/>
                    <a:p>
                      <a:r>
                        <a:rPr sz="1800" b="0">
                          <a:solidFill>
                            <a:srgbClr val="17252F"/>
                          </a:solidFill>
                          <a:latin typeface="Nimbus Sans"/>
                          <a:ea typeface="Nimbus Sans"/>
                          <a:cs typeface="Nimbus Sans"/>
                        </a:rPr>
                        <a:t>Alarme bleiben bis zum ACK in der Queue.</a:t>
                      </a:r>
                    </a:p>
                  </a:txBody>
                  <a:tcPr marL="91440" marR="91440" marT="45720" marB="45720" anchor="ctr">
                    <a:lnR w="9525">
                      <a:solidFill>
                        <a:srgbClr val="D8E2E5"/>
                      </a:solidFill>
                      <a:prstDash val="solid"/>
                    </a:lnR>
                    <a:lnB w="9525">
                      <a:solidFill>
                        <a:srgbClr val="D8E2E5"/>
                      </a:solidFill>
                      <a:prstDash val="solid"/>
                    </a:lnB>
                    <a:solidFill>
                      <a:srgbClr val="FFFFFF"/>
                    </a:solidFill>
                  </a:tcPr>
                </a:tc>
              </a:tr>
              <a:tr h="611188">
                <a:tc>
                  <a:txBody>
                    <a:bodyPr lIns="133350" tIns="133350" rIns="133350" bIns="133350"/>
                    <a:lstStyle/>
                    <a:p>
                      <a:r>
                        <a:rPr sz="1800" b="0">
                          <a:solidFill>
                            <a:srgbClr val="17252F"/>
                          </a:solidFill>
                          <a:latin typeface="Nimbus Sans"/>
                          <a:ea typeface="Nimbus Sans"/>
                          <a:cs typeface="Nimbus Sans"/>
                        </a:rPr>
                        <a:t>Wiederanlauf</a:t>
                      </a:r>
                    </a:p>
                  </a:txBody>
                  <a:tcPr marL="91440" marR="91440" marT="45720" marB="45720" anchor="ctr">
                    <a:lnL w="9525">
                      <a:solidFill>
                        <a:srgbClr val="D8E2E5"/>
                      </a:solidFill>
                      <a:prstDash val="solid"/>
                    </a:lnL>
                    <a:lnR w="9525">
                      <a:solidFill>
                        <a:srgbClr val="D8E2E5"/>
                      </a:solidFill>
                      <a:prstDash val="solid"/>
                    </a:lnR>
                    <a:lnB w="9525">
                      <a:solidFill>
                        <a:srgbClr val="D8E2E5"/>
                      </a:solidFill>
                      <a:prstDash val="solid"/>
                    </a:lnB>
                    <a:solidFill>
                      <a:srgbClr val="FFFFFF"/>
                    </a:solidFill>
                  </a:tcPr>
                </a:tc>
                <a:tc>
                  <a:txBody>
                    <a:bodyPr lIns="133350" tIns="133350" rIns="133350" bIns="133350"/>
                    <a:lstStyle/>
                    <a:p>
                      <a:r>
                        <a:rPr sz="1800" b="0">
                          <a:solidFill>
                            <a:srgbClr val="17252F"/>
                          </a:solidFill>
                          <a:latin typeface="Nimbus Sans"/>
                          <a:ea typeface="Nimbus Sans"/>
                          <a:cs typeface="Nimbus Sans"/>
                        </a:rPr>
                        <a:t>Consumer verarbeitet erneut, CRITICAL erhält Vorrang.</a:t>
                      </a:r>
                    </a:p>
                  </a:txBody>
                  <a:tcPr marL="91440" marR="91440" marT="45720" marB="45720" anchor="ctr">
                    <a:lnR w="9525">
                      <a:solidFill>
                        <a:srgbClr val="D8E2E5"/>
                      </a:solidFill>
                      <a:prstDash val="solid"/>
                    </a:lnR>
                    <a:lnB w="9525">
                      <a:solidFill>
                        <a:srgbClr val="D8E2E5"/>
                      </a:solidFill>
                      <a:prstDash val="solid"/>
                    </a:lnB>
                    <a:solidFill>
                      <a:srgbClr val="FFFFFF"/>
                    </a:solidFill>
                  </a:tcPr>
                </a:tc>
              </a:tr>
              <a:tr h="611188">
                <a:tc>
                  <a:txBody>
                    <a:bodyPr lIns="133350" tIns="133350" rIns="133350" bIns="133350"/>
                    <a:lstStyle/>
                    <a:p>
                      <a:r>
                        <a:rPr sz="1800" b="0">
                          <a:solidFill>
                            <a:srgbClr val="17252F"/>
                          </a:solidFill>
                          <a:latin typeface="Nimbus Sans"/>
                          <a:ea typeface="Nimbus Sans"/>
                          <a:cs typeface="Nimbus Sans"/>
                        </a:rPr>
                        <a:t>DLQ-Bedingung</a:t>
                      </a:r>
                    </a:p>
                  </a:txBody>
                  <a:tcPr marL="91440" marR="91440" marT="45720" marB="45720" anchor="ctr">
                    <a:lnL w="9525">
                      <a:solidFill>
                        <a:srgbClr val="D8E2E5"/>
                      </a:solidFill>
                      <a:prstDash val="solid"/>
                    </a:lnL>
                    <a:lnR w="9525">
                      <a:solidFill>
                        <a:srgbClr val="D8E2E5"/>
                      </a:solidFill>
                      <a:prstDash val="solid"/>
                    </a:lnR>
                    <a:lnB w="9525">
                      <a:solidFill>
                        <a:srgbClr val="D8E2E5"/>
                      </a:solidFill>
                      <a:prstDash val="solid"/>
                    </a:lnB>
                    <a:solidFill>
                      <a:srgbClr val="FFFFFF"/>
                    </a:solidFill>
                  </a:tcPr>
                </a:tc>
                <a:tc>
                  <a:txBody>
                    <a:bodyPr lIns="133350" tIns="133350" rIns="133350" bIns="133350"/>
                    <a:lstStyle/>
                    <a:p>
                      <a:r>
                        <a:rPr sz="1800" b="0">
                          <a:solidFill>
                            <a:srgbClr val="17252F"/>
                          </a:solidFill>
                          <a:latin typeface="Nimbus Sans"/>
                          <a:ea typeface="Nimbus Sans"/>
                          <a:cs typeface="Nimbus Sans"/>
                        </a:rPr>
                        <a:t>Alarme mit abgelaufener Queue-TTL gelangen in die DLQ.</a:t>
                      </a:r>
                    </a:p>
                  </a:txBody>
                  <a:tcPr marL="91440" marR="91440" marT="45720" marB="45720" anchor="ctr">
                    <a:lnR w="9525">
                      <a:solidFill>
                        <a:srgbClr val="D8E2E5"/>
                      </a:solidFill>
                      <a:prstDash val="solid"/>
                    </a:lnR>
                    <a:lnB w="9525">
                      <a:solidFill>
                        <a:srgbClr val="D8E2E5"/>
                      </a:solidFill>
                      <a:prstDash val="solid"/>
                    </a:lnB>
                    <a:solidFill>
                      <a:srgbClr val="FFFFFF"/>
                    </a:solidFill>
                  </a:tcPr>
                </a:tc>
              </a:tr>
            </a:tbl>
          </a:graphicData>
        </a:graphic>
      </p:graphicFrame>
    </p:spTree>
    <p:extLst>
      <p:ext uri="{BB962C8B-B14F-4D97-AF65-F5344CB8AC3E}">
        <p14:creationId xmlns:p14="http://schemas.microsoft.com/office/powerpoint/2010/main" val="44654062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FB45DE6B-3218-4E4E-8711-775C928EEB99}"/>
              </a:ext>
            </a:extLst>
          </p:cNvPr>
          <p:cNvSpPr>
            <a:spLocks xmlns:a="http://schemas.openxmlformats.org/drawingml/2006/main" noGrp="1"/>
          </p:cNvSpPr>
          <p:nvPr/>
        </p:nvSpPr>
        <p:spPr>
          <a:xfrm xmlns:a="http://schemas.openxmlformats.org/drawingml/2006/main">
            <a:off x="666750" y="523875"/>
            <a:ext cx="10858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3225" b="1">
                <a:solidFill>
                  <a:srgbClr val="17252F"/>
                </a:solidFill>
                <a:latin typeface="Nimbus Sans"/>
                <a:ea typeface="Nimbus Sans"/>
                <a:cs typeface="Nimbus Sans"/>
              </a:defRPr>
            </a:defPPr>
            <a:lvl1pPr>
              <a:defRPr sz="3225" b="1">
                <a:solidFill>
                  <a:srgbClr val="17252F"/>
                </a:solidFill>
                <a:latin typeface="Nimbus Sans"/>
                <a:ea typeface="Nimbus Sans"/>
                <a:cs typeface="Nimbus Sans"/>
              </a:defRPr>
            </a:lvl1pPr>
            <a:lvl2pPr>
              <a:defRPr sz="3225" b="1">
                <a:solidFill>
                  <a:srgbClr val="17252F"/>
                </a:solidFill>
                <a:latin typeface="Nimbus Sans"/>
                <a:ea typeface="Nimbus Sans"/>
                <a:cs typeface="Nimbus Sans"/>
              </a:defRPr>
            </a:lvl2pPr>
            <a:lvl3pPr>
              <a:defRPr sz="3225" b="1">
                <a:solidFill>
                  <a:srgbClr val="17252F"/>
                </a:solidFill>
                <a:latin typeface="Nimbus Sans"/>
                <a:ea typeface="Nimbus Sans"/>
                <a:cs typeface="Nimbus Sans"/>
              </a:defRPr>
            </a:lvl3pPr>
            <a:lvl4pPr>
              <a:defRPr sz="3225" b="1">
                <a:solidFill>
                  <a:srgbClr val="17252F"/>
                </a:solidFill>
                <a:latin typeface="Nimbus Sans"/>
                <a:ea typeface="Nimbus Sans"/>
                <a:cs typeface="Nimbus Sans"/>
              </a:defRPr>
            </a:lvl4pPr>
            <a:lvl5pPr>
              <a:defRPr sz="3225" b="1">
                <a:solidFill>
                  <a:srgbClr val="17252F"/>
                </a:solidFill>
                <a:latin typeface="Nimbus Sans"/>
                <a:ea typeface="Nimbus Sans"/>
                <a:cs typeface="Nimbus Sans"/>
              </a:defRPr>
            </a:lvl5pPr>
            <a:lvl6pPr>
              <a:defRPr sz="3225" b="1">
                <a:solidFill>
                  <a:srgbClr val="17252F"/>
                </a:solidFill>
                <a:latin typeface="Nimbus Sans"/>
                <a:ea typeface="Nimbus Sans"/>
                <a:cs typeface="Nimbus Sans"/>
              </a:defRPr>
            </a:lvl6pPr>
            <a:lvl7pPr>
              <a:defRPr sz="3225" b="1">
                <a:solidFill>
                  <a:srgbClr val="17252F"/>
                </a:solidFill>
                <a:latin typeface="Nimbus Sans"/>
                <a:ea typeface="Nimbus Sans"/>
                <a:cs typeface="Nimbus Sans"/>
              </a:defRPr>
            </a:lvl7pPr>
            <a:lvl8pPr>
              <a:defRPr sz="3225" b="1">
                <a:solidFill>
                  <a:srgbClr val="17252F"/>
                </a:solidFill>
                <a:latin typeface="Nimbus Sans"/>
                <a:ea typeface="Nimbus Sans"/>
                <a:cs typeface="Nimbus Sans"/>
              </a:defRPr>
            </a:lvl8pPr>
            <a:lvl9pPr>
              <a:defRPr sz="3225" b="1">
                <a:solidFill>
                  <a:srgbClr val="17252F"/>
                </a:solidFill>
                <a:latin typeface="Nimbus Sans"/>
                <a:ea typeface="Nimbus Sans"/>
                <a:cs typeface="Nimbus Sans"/>
              </a:defRPr>
            </a:lvl9pPr>
          </a:lstStyle>
          <a:p xmlns:a="http://schemas.openxmlformats.org/drawingml/2006/main">
            <a:pPr>
              <a:defRPr sz="3225" b="1">
                <a:solidFill>
                  <a:srgbClr val="17252F"/>
                </a:solidFill>
                <a:latin typeface="Nimbus Sans"/>
                <a:ea typeface="Nimbus Sans"/>
                <a:cs typeface="Nimbus Sans"/>
              </a:defRPr>
            </a:pPr>
            <a:r>
              <a:rPr sz="3225" b="1">
                <a:solidFill>
                  <a:srgbClr val="17252F"/>
                </a:solidFill>
                <a:latin typeface="Nimbus Sans"/>
                <a:ea typeface="Nimbus Sans"/>
                <a:cs typeface="Nimbus Sans"/>
              </a:rPr>
              <a:t>Fehlerszenario 2: falscher Sensortyp</a:t>
            </a:r>
          </a:p>
        </p:txBody>
      </p:sp>
      <p:sp>
        <p:nvSpPr>
          <p:cNvPr id="2" name="text-1">
            <a:extLst xmlns:a="http://schemas.openxmlformats.org/drawingml/2006/main">
              <a:ext uri="{FF2B5EF4-FFF2-40B4-BE49-F238E27FC236}">
                <a16:creationId xmlns:a16="http://schemas.microsoft.com/office/drawing/2014/main" id="{3E9EF33A-F3D7-4630-94DE-A76A906F21D3}"/>
              </a:ext>
            </a:extLst>
          </p:cNvPr>
          <p:cNvSpPr>
            <a:spLocks xmlns:a="http://schemas.openxmlformats.org/drawingml/2006/main" noGrp="1"/>
          </p:cNvSpPr>
          <p:nvPr/>
        </p:nvSpPr>
        <p:spPr>
          <a:xfrm xmlns:a="http://schemas.openxmlformats.org/drawingml/2006/main">
            <a:off x="9620250" y="63246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1350" b="0">
                <a:solidFill>
                  <a:srgbClr val="52616B"/>
                </a:solidFill>
                <a:latin typeface="Nimbus Sans"/>
                <a:ea typeface="Nimbus Sans"/>
                <a:cs typeface="Nimbus Sans"/>
              </a:defRPr>
            </a:defPPr>
            <a:lvl1pPr>
              <a:defRPr sz="1350" b="0">
                <a:solidFill>
                  <a:srgbClr val="52616B"/>
                </a:solidFill>
                <a:latin typeface="Nimbus Sans"/>
                <a:ea typeface="Nimbus Sans"/>
                <a:cs typeface="Nimbus Sans"/>
              </a:defRPr>
            </a:lvl1pPr>
            <a:lvl2pPr>
              <a:defRPr sz="1350" b="0">
                <a:solidFill>
                  <a:srgbClr val="52616B"/>
                </a:solidFill>
                <a:latin typeface="Nimbus Sans"/>
                <a:ea typeface="Nimbus Sans"/>
                <a:cs typeface="Nimbus Sans"/>
              </a:defRPr>
            </a:lvl2pPr>
            <a:lvl3pPr>
              <a:defRPr sz="1350" b="0">
                <a:solidFill>
                  <a:srgbClr val="52616B"/>
                </a:solidFill>
                <a:latin typeface="Nimbus Sans"/>
                <a:ea typeface="Nimbus Sans"/>
                <a:cs typeface="Nimbus Sans"/>
              </a:defRPr>
            </a:lvl3pPr>
            <a:lvl4pPr>
              <a:defRPr sz="1350" b="0">
                <a:solidFill>
                  <a:srgbClr val="52616B"/>
                </a:solidFill>
                <a:latin typeface="Nimbus Sans"/>
                <a:ea typeface="Nimbus Sans"/>
                <a:cs typeface="Nimbus Sans"/>
              </a:defRPr>
            </a:lvl4pPr>
            <a:lvl5pPr>
              <a:defRPr sz="1350" b="0">
                <a:solidFill>
                  <a:srgbClr val="52616B"/>
                </a:solidFill>
                <a:latin typeface="Nimbus Sans"/>
                <a:ea typeface="Nimbus Sans"/>
                <a:cs typeface="Nimbus Sans"/>
              </a:defRPr>
            </a:lvl5pPr>
            <a:lvl6pPr>
              <a:defRPr sz="1350" b="0">
                <a:solidFill>
                  <a:srgbClr val="52616B"/>
                </a:solidFill>
                <a:latin typeface="Nimbus Sans"/>
                <a:ea typeface="Nimbus Sans"/>
                <a:cs typeface="Nimbus Sans"/>
              </a:defRPr>
            </a:lvl6pPr>
            <a:lvl7pPr>
              <a:defRPr sz="1350" b="0">
                <a:solidFill>
                  <a:srgbClr val="52616B"/>
                </a:solidFill>
                <a:latin typeface="Nimbus Sans"/>
                <a:ea typeface="Nimbus Sans"/>
                <a:cs typeface="Nimbus Sans"/>
              </a:defRPr>
            </a:lvl7pPr>
            <a:lvl8pPr>
              <a:defRPr sz="1350" b="0">
                <a:solidFill>
                  <a:srgbClr val="52616B"/>
                </a:solidFill>
                <a:latin typeface="Nimbus Sans"/>
                <a:ea typeface="Nimbus Sans"/>
                <a:cs typeface="Nimbus Sans"/>
              </a:defRPr>
            </a:lvl8pPr>
            <a:lvl9pPr>
              <a:defRPr sz="1350" b="0">
                <a:solidFill>
                  <a:srgbClr val="52616B"/>
                </a:solidFill>
                <a:latin typeface="Nimbus Sans"/>
                <a:ea typeface="Nimbus Sans"/>
                <a:cs typeface="Nimbus Sans"/>
              </a:defRPr>
            </a:lvl9pPr>
          </a:lstStyle>
          <a:p xmlns:a="http://schemas.openxmlformats.org/drawingml/2006/main">
            <a:pPr>
              <a:defRPr sz="1350" b="0">
                <a:solidFill>
                  <a:srgbClr val="52616B"/>
                </a:solidFill>
                <a:latin typeface="Nimbus Sans"/>
                <a:ea typeface="Nimbus Sans"/>
                <a:cs typeface="Nimbus Sans"/>
              </a:defRPr>
            </a:pPr>
            <a:r>
              <a:rPr sz="1350" b="0">
                <a:solidFill>
                  <a:srgbClr val="52616B"/>
                </a:solidFill>
                <a:latin typeface="Nimbus Sans"/>
                <a:ea typeface="Nimbus Sans"/>
                <a:cs typeface="Nimbus Sans"/>
              </a:rPr>
              <a:t>12</a:t>
            </a:r>
          </a:p>
        </p:txBody>
      </p:sp>
      <p:sp>
        <p:nvSpPr>
          <p:cNvPr id="3" name="text-2">
            <a:extLst xmlns:a="http://schemas.openxmlformats.org/drawingml/2006/main">
              <a:ext uri="{FF2B5EF4-FFF2-40B4-BE49-F238E27FC236}">
                <a16:creationId xmlns:a16="http://schemas.microsoft.com/office/drawing/2014/main" id="{4EAD2E45-3BE6-4406-9FAC-8D7AF7C1B746}"/>
              </a:ext>
            </a:extLst>
          </p:cNvPr>
          <p:cNvSpPr>
            <a:spLocks xmlns:a="http://schemas.openxmlformats.org/drawingml/2006/main" noGrp="1"/>
          </p:cNvSpPr>
          <p:nvPr/>
        </p:nvSpPr>
        <p:spPr>
          <a:xfrm xmlns:a="http://schemas.openxmlformats.org/drawingml/2006/main">
            <a:off x="666750" y="1666875"/>
            <a:ext cx="10858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2250" b="1">
                <a:solidFill>
                  <a:srgbClr val="176B78"/>
                </a:solidFill>
                <a:latin typeface="DejaVu Sans Mono"/>
                <a:ea typeface="DejaVu Sans Mono"/>
                <a:cs typeface="DejaVu Sans Mono"/>
              </a:defRPr>
            </a:defPPr>
            <a:lvl1pPr>
              <a:defRPr sz="2250" b="1">
                <a:solidFill>
                  <a:srgbClr val="176B78"/>
                </a:solidFill>
                <a:latin typeface="DejaVu Sans Mono"/>
                <a:ea typeface="DejaVu Sans Mono"/>
                <a:cs typeface="DejaVu Sans Mono"/>
              </a:defRPr>
            </a:lvl1pPr>
            <a:lvl2pPr>
              <a:defRPr sz="2250" b="1">
                <a:solidFill>
                  <a:srgbClr val="176B78"/>
                </a:solidFill>
                <a:latin typeface="DejaVu Sans Mono"/>
                <a:ea typeface="DejaVu Sans Mono"/>
                <a:cs typeface="DejaVu Sans Mono"/>
              </a:defRPr>
            </a:lvl2pPr>
            <a:lvl3pPr>
              <a:defRPr sz="2250" b="1">
                <a:solidFill>
                  <a:srgbClr val="176B78"/>
                </a:solidFill>
                <a:latin typeface="DejaVu Sans Mono"/>
                <a:ea typeface="DejaVu Sans Mono"/>
                <a:cs typeface="DejaVu Sans Mono"/>
              </a:defRPr>
            </a:lvl3pPr>
            <a:lvl4pPr>
              <a:defRPr sz="2250" b="1">
                <a:solidFill>
                  <a:srgbClr val="176B78"/>
                </a:solidFill>
                <a:latin typeface="DejaVu Sans Mono"/>
                <a:ea typeface="DejaVu Sans Mono"/>
                <a:cs typeface="DejaVu Sans Mono"/>
              </a:defRPr>
            </a:lvl4pPr>
            <a:lvl5pPr>
              <a:defRPr sz="2250" b="1">
                <a:solidFill>
                  <a:srgbClr val="176B78"/>
                </a:solidFill>
                <a:latin typeface="DejaVu Sans Mono"/>
                <a:ea typeface="DejaVu Sans Mono"/>
                <a:cs typeface="DejaVu Sans Mono"/>
              </a:defRPr>
            </a:lvl5pPr>
            <a:lvl6pPr>
              <a:defRPr sz="2250" b="1">
                <a:solidFill>
                  <a:srgbClr val="176B78"/>
                </a:solidFill>
                <a:latin typeface="DejaVu Sans Mono"/>
                <a:ea typeface="DejaVu Sans Mono"/>
                <a:cs typeface="DejaVu Sans Mono"/>
              </a:defRPr>
            </a:lvl6pPr>
            <a:lvl7pPr>
              <a:defRPr sz="2250" b="1">
                <a:solidFill>
                  <a:srgbClr val="176B78"/>
                </a:solidFill>
                <a:latin typeface="DejaVu Sans Mono"/>
                <a:ea typeface="DejaVu Sans Mono"/>
                <a:cs typeface="DejaVu Sans Mono"/>
              </a:defRPr>
            </a:lvl7pPr>
            <a:lvl8pPr>
              <a:defRPr sz="2250" b="1">
                <a:solidFill>
                  <a:srgbClr val="176B78"/>
                </a:solidFill>
                <a:latin typeface="DejaVu Sans Mono"/>
                <a:ea typeface="DejaVu Sans Mono"/>
                <a:cs typeface="DejaVu Sans Mono"/>
              </a:defRPr>
            </a:lvl8pPr>
            <a:lvl9pPr>
              <a:defRPr sz="2250" b="1">
                <a:solidFill>
                  <a:srgbClr val="176B78"/>
                </a:solidFill>
                <a:latin typeface="DejaVu Sans Mono"/>
                <a:ea typeface="DejaVu Sans Mono"/>
                <a:cs typeface="DejaVu Sans Mono"/>
              </a:defRPr>
            </a:lvl9pPr>
          </a:lstStyle>
          <a:p xmlns:a="http://schemas.openxmlformats.org/drawingml/2006/main">
            <a:pPr>
              <a:defRPr sz="2250" b="1">
                <a:solidFill>
                  <a:srgbClr val="176B78"/>
                </a:solidFill>
                <a:latin typeface="DejaVu Sans Mono"/>
                <a:ea typeface="DejaVu Sans Mono"/>
                <a:cs typeface="DejaVu Sans Mono"/>
              </a:defRPr>
            </a:pPr>
            <a:r>
              <a:rPr sz="2250" b="1">
                <a:solidFill>
                  <a:srgbClr val="176B78"/>
                </a:solidFill>
                <a:latin typeface="DejaVu Sans Mono"/>
                <a:ea typeface="DejaVu Sans Mono"/>
                <a:cs typeface="DejaVu Sans Mono"/>
              </a:rPr>
              <a:t>python faultyProducer.py</a:t>
            </a:r>
          </a:p>
        </p:txBody>
      </p:sp>
      <p:graphicFrame>
        <p:nvGraphicFramePr>
          <p:cNvPr id="4" name="">
            <a:extLst xmlns:a="http://schemas.openxmlformats.org/drawingml/2006/main">
              <a:ext uri="{FF2B5EF4-FFF2-40B4-BE49-F238E27FC236}">
                <a16:creationId xmlns:a16="http://schemas.microsoft.com/office/drawing/2014/main" id="{7188F420-3B62-4D96-BBC0-5B0E79B55009}"/>
              </a:ext>
            </a:extLst>
          </p:cNvPr>
          <p:cNvGraphicFramePr/>
          <p:nvPr/>
        </p:nvGraphicFramePr>
        <p:xfrm>
          <a:off xmlns:a="http://schemas.openxmlformats.org/drawingml/2006/main" x="666750" y="2571750"/>
          <a:ext xmlns:a="http://schemas.openxmlformats.org/drawingml/2006/main" cx="10858500" cy="3095625"/>
        </p:xfrm>
        <a:graphic xmlns:a="http://schemas.openxmlformats.org/drawingml/2006/main">
          <a:graphicData uri="http://schemas.openxmlformats.org/drawingml/2006/table">
            <a:tbl>
              <a:tblPr/>
              <a:tblGrid>
                <a:gridCol w="3714750"/>
                <a:gridCol w="7143750"/>
              </a:tblGrid>
              <a:tr h="619125">
                <a:tc>
                  <a:txBody>
                    <a:bodyPr lIns="133350" tIns="133350" rIns="133350" bIns="133350"/>
                    <a:lstStyle/>
                    <a:p>
                      <a:r>
                        <a:rPr sz="1800" b="1">
                          <a:solidFill>
                            <a:srgbClr val="FFFFFF"/>
                          </a:solidFill>
                          <a:latin typeface="Nimbus Sans"/>
                          <a:ea typeface="Nimbus Sans"/>
                          <a:cs typeface="Nimbus Sans"/>
                        </a:rPr>
                        <a:t>Schritt</a:t>
                      </a:r>
                    </a:p>
                  </a:txBody>
                  <a:tcPr marL="91440" marR="91440" marT="45720" marB="45720" anchor="ctr">
                    <a:lnL w="9525">
                      <a:solidFill>
                        <a:srgbClr val="D8E2E5"/>
                      </a:solidFill>
                      <a:prstDash val="solid"/>
                    </a:lnL>
                    <a:lnR w="9525">
                      <a:solidFill>
                        <a:srgbClr val="D8E2E5"/>
                      </a:solidFill>
                      <a:prstDash val="solid"/>
                    </a:lnR>
                    <a:lnT w="9525">
                      <a:solidFill>
                        <a:srgbClr val="D8E2E5"/>
                      </a:solidFill>
                      <a:prstDash val="solid"/>
                    </a:lnT>
                    <a:lnB w="9525">
                      <a:solidFill>
                        <a:srgbClr val="D8E2E5"/>
                      </a:solidFill>
                      <a:prstDash val="solid"/>
                    </a:lnB>
                    <a:solidFill>
                      <a:srgbClr val="176B78"/>
                    </a:solidFill>
                  </a:tcPr>
                </a:tc>
                <a:tc>
                  <a:txBody>
                    <a:bodyPr lIns="133350" tIns="133350" rIns="133350" bIns="133350"/>
                    <a:lstStyle/>
                    <a:p>
                      <a:r>
                        <a:rPr sz="1800" b="1">
                          <a:solidFill>
                            <a:srgbClr val="FFFFFF"/>
                          </a:solidFill>
                          <a:latin typeface="Nimbus Sans"/>
                          <a:ea typeface="Nimbus Sans"/>
                          <a:cs typeface="Nimbus Sans"/>
                        </a:rPr>
                        <a:t>Dokumentiertes Verhalten und Einordnung</a:t>
                      </a:r>
                    </a:p>
                  </a:txBody>
                  <a:tcPr marL="91440" marR="91440" marT="45720" marB="45720" anchor="ctr">
                    <a:lnR w="9525">
                      <a:solidFill>
                        <a:srgbClr val="D8E2E5"/>
                      </a:solidFill>
                      <a:prstDash val="solid"/>
                    </a:lnR>
                    <a:lnT w="9525">
                      <a:solidFill>
                        <a:srgbClr val="D8E2E5"/>
                      </a:solidFill>
                      <a:prstDash val="solid"/>
                    </a:lnT>
                    <a:lnB w="9525">
                      <a:solidFill>
                        <a:srgbClr val="D8E2E5"/>
                      </a:solidFill>
                      <a:prstDash val="solid"/>
                    </a:lnB>
                    <a:solidFill>
                      <a:srgbClr val="176B78"/>
                    </a:solidFill>
                  </a:tcPr>
                </a:tc>
              </a:tr>
              <a:tr h="619125">
                <a:tc>
                  <a:txBody>
                    <a:bodyPr lIns="133350" tIns="133350" rIns="133350" bIns="133350"/>
                    <a:lstStyle/>
                    <a:p>
                      <a:r>
                        <a:rPr sz="1800" b="0">
                          <a:solidFill>
                            <a:srgbClr val="17252F"/>
                          </a:solidFill>
                          <a:latin typeface="Nimbus Sans"/>
                          <a:ea typeface="Nimbus Sans"/>
                          <a:cs typeface="Nimbus Sans"/>
                        </a:rPr>
                        <a:t>Auslöser</a:t>
                      </a:r>
                    </a:p>
                  </a:txBody>
                  <a:tcPr marL="91440" marR="91440" marT="45720" marB="45720" anchor="ctr">
                    <a:lnL w="9525">
                      <a:solidFill>
                        <a:srgbClr val="D8E2E5"/>
                      </a:solidFill>
                      <a:prstDash val="solid"/>
                    </a:lnL>
                    <a:lnR w="9525">
                      <a:solidFill>
                        <a:srgbClr val="D8E2E5"/>
                      </a:solidFill>
                      <a:prstDash val="solid"/>
                    </a:lnR>
                    <a:lnB w="9525">
                      <a:solidFill>
                        <a:srgbClr val="D8E2E5"/>
                      </a:solidFill>
                      <a:prstDash val="solid"/>
                    </a:lnB>
                    <a:solidFill>
                      <a:srgbClr val="FFFFFF"/>
                    </a:solidFill>
                  </a:tcPr>
                </a:tc>
                <a:tc>
                  <a:txBody>
                    <a:bodyPr lIns="133350" tIns="133350" rIns="133350" bIns="133350"/>
                    <a:lstStyle/>
                    <a:p>
                      <a:r>
                        <a:rPr sz="1800" b="0">
                          <a:solidFill>
                            <a:srgbClr val="17252F"/>
                          </a:solidFill>
                          <a:latin typeface="Nimbus Sans"/>
                          <a:ea typeface="Nimbus Sans"/>
                          <a:cs typeface="Nimbus Sans"/>
                        </a:rPr>
                        <a:t>Fehlerhafter Producer sendet einen falschen Sensortyp.</a:t>
                      </a:r>
                    </a:p>
                  </a:txBody>
                  <a:tcPr marL="91440" marR="91440" marT="45720" marB="45720" anchor="ctr">
                    <a:lnR w="9525">
                      <a:solidFill>
                        <a:srgbClr val="D8E2E5"/>
                      </a:solidFill>
                      <a:prstDash val="solid"/>
                    </a:lnR>
                    <a:lnB w="9525">
                      <a:solidFill>
                        <a:srgbClr val="D8E2E5"/>
                      </a:solidFill>
                      <a:prstDash val="solid"/>
                    </a:lnB>
                    <a:solidFill>
                      <a:srgbClr val="FFFFFF"/>
                    </a:solidFill>
                  </a:tcPr>
                </a:tc>
              </a:tr>
              <a:tr h="619125">
                <a:tc>
                  <a:txBody>
                    <a:bodyPr lIns="133350" tIns="133350" rIns="133350" bIns="133350"/>
                    <a:lstStyle/>
                    <a:p>
                      <a:r>
                        <a:rPr sz="1800" b="0">
                          <a:solidFill>
                            <a:srgbClr val="17252F"/>
                          </a:solidFill>
                          <a:latin typeface="Nimbus Sans"/>
                          <a:ea typeface="Nimbus Sans"/>
                          <a:cs typeface="Nimbus Sans"/>
                        </a:rPr>
                        <a:t>Validierung</a:t>
                      </a:r>
                    </a:p>
                  </a:txBody>
                  <a:tcPr marL="91440" marR="91440" marT="45720" marB="45720" anchor="ctr">
                    <a:lnL w="9525">
                      <a:solidFill>
                        <a:srgbClr val="D8E2E5"/>
                      </a:solidFill>
                      <a:prstDash val="solid"/>
                    </a:lnL>
                    <a:lnR w="9525">
                      <a:solidFill>
                        <a:srgbClr val="D8E2E5"/>
                      </a:solidFill>
                      <a:prstDash val="solid"/>
                    </a:lnR>
                    <a:lnB w="9525">
                      <a:solidFill>
                        <a:srgbClr val="D8E2E5"/>
                      </a:solidFill>
                      <a:prstDash val="solid"/>
                    </a:lnB>
                    <a:solidFill>
                      <a:srgbClr val="FFFFFF"/>
                    </a:solidFill>
                  </a:tcPr>
                </a:tc>
                <a:tc>
                  <a:txBody>
                    <a:bodyPr lIns="133350" tIns="133350" rIns="133350" bIns="133350"/>
                    <a:lstStyle/>
                    <a:p>
                      <a:r>
                        <a:rPr sz="1800" b="0">
                          <a:solidFill>
                            <a:srgbClr val="17252F"/>
                          </a:solidFill>
                          <a:latin typeface="Nimbus Sans"/>
                          <a:ea typeface="Nimbus Sans"/>
                          <a:cs typeface="Nimbus Sans"/>
                        </a:rPr>
                        <a:t>validate() erkennt einen im Analyseprofil unzulässigen Typ.</a:t>
                      </a:r>
                    </a:p>
                  </a:txBody>
                  <a:tcPr marL="91440" marR="91440" marT="45720" marB="45720" anchor="ctr">
                    <a:lnR w="9525">
                      <a:solidFill>
                        <a:srgbClr val="D8E2E5"/>
                      </a:solidFill>
                      <a:prstDash val="solid"/>
                    </a:lnR>
                    <a:lnB w="9525">
                      <a:solidFill>
                        <a:srgbClr val="D8E2E5"/>
                      </a:solidFill>
                      <a:prstDash val="solid"/>
                    </a:lnB>
                    <a:solidFill>
                      <a:srgbClr val="FFFFFF"/>
                    </a:solidFill>
                  </a:tcPr>
                </a:tc>
              </a:tr>
              <a:tr h="619125">
                <a:tc>
                  <a:txBody>
                    <a:bodyPr lIns="133350" tIns="133350" rIns="133350" bIns="133350"/>
                    <a:lstStyle/>
                    <a:p>
                      <a:r>
                        <a:rPr sz="1800" b="0">
                          <a:solidFill>
                            <a:srgbClr val="17252F"/>
                          </a:solidFill>
                          <a:latin typeface="Nimbus Sans"/>
                          <a:ea typeface="Nimbus Sans"/>
                          <a:cs typeface="Nimbus Sans"/>
                        </a:rPr>
                        <a:t>ACK / NACK und Retry</a:t>
                      </a:r>
                    </a:p>
                  </a:txBody>
                  <a:tcPr marL="91440" marR="91440" marT="45720" marB="45720" anchor="ctr">
                    <a:lnL w="9525">
                      <a:solidFill>
                        <a:srgbClr val="D8E2E5"/>
                      </a:solidFill>
                      <a:prstDash val="solid"/>
                    </a:lnL>
                    <a:lnR w="9525">
                      <a:solidFill>
                        <a:srgbClr val="D8E2E5"/>
                      </a:solidFill>
                      <a:prstDash val="solid"/>
                    </a:lnR>
                    <a:lnB w="9525">
                      <a:solidFill>
                        <a:srgbClr val="D8E2E5"/>
                      </a:solidFill>
                      <a:prstDash val="solid"/>
                    </a:lnB>
                    <a:solidFill>
                      <a:srgbClr val="FFFFFF"/>
                    </a:solidFill>
                  </a:tcPr>
                </a:tc>
                <a:tc>
                  <a:txBody>
                    <a:bodyPr lIns="133350" tIns="133350" rIns="133350" bIns="133350"/>
                    <a:lstStyle/>
                    <a:p>
                      <a:r>
                        <a:rPr sz="1800" b="0">
                          <a:solidFill>
                            <a:srgbClr val="17252F"/>
                          </a:solidFill>
                          <a:latin typeface="Nimbus Sans"/>
                          <a:ea typeface="Nimbus Sans"/>
                          <a:cs typeface="Nimbus Sans"/>
                        </a:rPr>
                        <a:t>NACK mit requeue=False, keine erneute Zustellung.</a:t>
                      </a:r>
                    </a:p>
                  </a:txBody>
                  <a:tcPr marL="91440" marR="91440" marT="45720" marB="45720" anchor="ctr">
                    <a:lnR w="9525">
                      <a:solidFill>
                        <a:srgbClr val="D8E2E5"/>
                      </a:solidFill>
                      <a:prstDash val="solid"/>
                    </a:lnR>
                    <a:lnB w="9525">
                      <a:solidFill>
                        <a:srgbClr val="D8E2E5"/>
                      </a:solidFill>
                      <a:prstDash val="solid"/>
                    </a:lnB>
                    <a:solidFill>
                      <a:srgbClr val="FFFFFF"/>
                    </a:solidFill>
                  </a:tcPr>
                </a:tc>
              </a:tr>
              <a:tr h="619125">
                <a:tc>
                  <a:txBody>
                    <a:bodyPr lIns="133350" tIns="133350" rIns="133350" bIns="133350"/>
                    <a:lstStyle/>
                    <a:p>
                      <a:r>
                        <a:rPr sz="1800" b="0">
                          <a:solidFill>
                            <a:srgbClr val="17252F"/>
                          </a:solidFill>
                          <a:latin typeface="Nimbus Sans"/>
                          <a:ea typeface="Nimbus Sans"/>
                          <a:cs typeface="Nimbus Sans"/>
                        </a:rPr>
                        <a:t>DLQ und Weiterbetrieb</a:t>
                      </a:r>
                    </a:p>
                  </a:txBody>
                  <a:tcPr marL="91440" marR="91440" marT="45720" marB="45720" anchor="ctr">
                    <a:lnL w="9525">
                      <a:solidFill>
                        <a:srgbClr val="D8E2E5"/>
                      </a:solidFill>
                      <a:prstDash val="solid"/>
                    </a:lnL>
                    <a:lnR w="9525">
                      <a:solidFill>
                        <a:srgbClr val="D8E2E5"/>
                      </a:solidFill>
                      <a:prstDash val="solid"/>
                    </a:lnR>
                    <a:lnB w="9525">
                      <a:solidFill>
                        <a:srgbClr val="D8E2E5"/>
                      </a:solidFill>
                      <a:prstDash val="solid"/>
                    </a:lnB>
                    <a:solidFill>
                      <a:srgbClr val="FFFFFF"/>
                    </a:solidFill>
                  </a:tcPr>
                </a:tc>
                <a:tc>
                  <a:txBody>
                    <a:bodyPr lIns="133350" tIns="133350" rIns="133350" bIns="133350"/>
                    <a:lstStyle/>
                    <a:p>
                      <a:r>
                        <a:rPr sz="1800" b="0">
                          <a:solidFill>
                            <a:srgbClr val="17252F"/>
                          </a:solidFill>
                          <a:latin typeface="Nimbus Sans"/>
                          <a:ea typeface="Nimbus Sans"/>
                          <a:cs typeface="Nimbus Sans"/>
                        </a:rPr>
                        <a:t>iot.dlx leitet zur iot.dlq. Gültige Daten laufen weiter.</a:t>
                      </a:r>
                    </a:p>
                  </a:txBody>
                  <a:tcPr marL="91440" marR="91440" marT="45720" marB="45720" anchor="ctr">
                    <a:lnR w="9525">
                      <a:solidFill>
                        <a:srgbClr val="D8E2E5"/>
                      </a:solidFill>
                      <a:prstDash val="solid"/>
                    </a:lnR>
                    <a:lnB w="9525">
                      <a:solidFill>
                        <a:srgbClr val="D8E2E5"/>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0CBB9264-88B9-4EB0-8DE8-9C99461A9663}"/>
              </a:ext>
            </a:extLst>
          </p:cNvPr>
          <p:cNvSpPr>
            <a:spLocks xmlns:a="http://schemas.openxmlformats.org/drawingml/2006/main" noGrp="1"/>
          </p:cNvSpPr>
          <p:nvPr/>
        </p:nvSpPr>
        <p:spPr>
          <a:xfrm xmlns:a="http://schemas.openxmlformats.org/drawingml/2006/main">
            <a:off x="666750" y="5876925"/>
            <a:ext cx="10858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1800" b="0">
                <a:solidFill>
                  <a:srgbClr val="176B78"/>
                </a:solidFill>
                <a:latin typeface="Nimbus Sans"/>
                <a:ea typeface="Nimbus Sans"/>
                <a:cs typeface="Nimbus Sans"/>
              </a:defRPr>
            </a:defPPr>
            <a:lvl1pPr>
              <a:defRPr sz="1800" b="0">
                <a:solidFill>
                  <a:srgbClr val="176B78"/>
                </a:solidFill>
                <a:latin typeface="Nimbus Sans"/>
                <a:ea typeface="Nimbus Sans"/>
                <a:cs typeface="Nimbus Sans"/>
              </a:defRPr>
            </a:lvl1pPr>
            <a:lvl2pPr>
              <a:defRPr sz="1800" b="0">
                <a:solidFill>
                  <a:srgbClr val="176B78"/>
                </a:solidFill>
                <a:latin typeface="Nimbus Sans"/>
                <a:ea typeface="Nimbus Sans"/>
                <a:cs typeface="Nimbus Sans"/>
              </a:defRPr>
            </a:lvl2pPr>
            <a:lvl3pPr>
              <a:defRPr sz="1800" b="0">
                <a:solidFill>
                  <a:srgbClr val="176B78"/>
                </a:solidFill>
                <a:latin typeface="Nimbus Sans"/>
                <a:ea typeface="Nimbus Sans"/>
                <a:cs typeface="Nimbus Sans"/>
              </a:defRPr>
            </a:lvl3pPr>
            <a:lvl4pPr>
              <a:defRPr sz="1800" b="0">
                <a:solidFill>
                  <a:srgbClr val="176B78"/>
                </a:solidFill>
                <a:latin typeface="Nimbus Sans"/>
                <a:ea typeface="Nimbus Sans"/>
                <a:cs typeface="Nimbus Sans"/>
              </a:defRPr>
            </a:lvl4pPr>
            <a:lvl5pPr>
              <a:defRPr sz="1800" b="0">
                <a:solidFill>
                  <a:srgbClr val="176B78"/>
                </a:solidFill>
                <a:latin typeface="Nimbus Sans"/>
                <a:ea typeface="Nimbus Sans"/>
                <a:cs typeface="Nimbus Sans"/>
              </a:defRPr>
            </a:lvl5pPr>
            <a:lvl6pPr>
              <a:defRPr sz="1800" b="0">
                <a:solidFill>
                  <a:srgbClr val="176B78"/>
                </a:solidFill>
                <a:latin typeface="Nimbus Sans"/>
                <a:ea typeface="Nimbus Sans"/>
                <a:cs typeface="Nimbus Sans"/>
              </a:defRPr>
            </a:lvl6pPr>
            <a:lvl7pPr>
              <a:defRPr sz="1800" b="0">
                <a:solidFill>
                  <a:srgbClr val="176B78"/>
                </a:solidFill>
                <a:latin typeface="Nimbus Sans"/>
                <a:ea typeface="Nimbus Sans"/>
                <a:cs typeface="Nimbus Sans"/>
              </a:defRPr>
            </a:lvl7pPr>
            <a:lvl8pPr>
              <a:defRPr sz="1800" b="0">
                <a:solidFill>
                  <a:srgbClr val="176B78"/>
                </a:solidFill>
                <a:latin typeface="Nimbus Sans"/>
                <a:ea typeface="Nimbus Sans"/>
                <a:cs typeface="Nimbus Sans"/>
              </a:defRPr>
            </a:lvl8pPr>
            <a:lvl9pPr>
              <a:defRPr sz="1800" b="0">
                <a:solidFill>
                  <a:srgbClr val="176B78"/>
                </a:solidFill>
                <a:latin typeface="Nimbus Sans"/>
                <a:ea typeface="Nimbus Sans"/>
                <a:cs typeface="Nimbus Sans"/>
              </a:defRPr>
            </a:lvl9pPr>
          </a:lstStyle>
          <a:p xmlns:a="http://schemas.openxmlformats.org/drawingml/2006/main">
            <a:pPr>
              <a:defRPr sz="1800" b="0">
                <a:solidFill>
                  <a:srgbClr val="176B78"/>
                </a:solidFill>
                <a:latin typeface="Nimbus Sans"/>
                <a:ea typeface="Nimbus Sans"/>
                <a:cs typeface="Nimbus Sans"/>
              </a:defRPr>
            </a:pPr>
            <a:r>
              <a:rPr sz="1800" b="0">
                <a:solidFill>
                  <a:srgbClr val="176B78"/>
                </a:solidFill>
                <a:latin typeface="Nimbus Sans"/>
                <a:ea typeface="Nimbus Sans"/>
                <a:cs typeface="Nimbus Sans"/>
              </a:rPr>
              <a:t>Erkenntnis: Ein dauerhafter Inhaltsfehler braucht keinen weiteren Versuch.</a:t>
            </a:r>
          </a:p>
        </p:txBody>
      </p:sp>
    </p:spTree>
    <p:extLst>
      <p:ext uri="{BB962C8B-B14F-4D97-AF65-F5344CB8AC3E}">
        <p14:creationId xmlns:p14="http://schemas.microsoft.com/office/powerpoint/2010/main" val="112887783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CA373D3B-16E1-47D7-B5F0-5001FB543AB8}"/>
              </a:ext>
            </a:extLst>
          </p:cNvPr>
          <p:cNvSpPr>
            <a:spLocks xmlns:a="http://schemas.openxmlformats.org/drawingml/2006/main" noGrp="1"/>
          </p:cNvSpPr>
          <p:nvPr/>
        </p:nvSpPr>
        <p:spPr>
          <a:xfrm xmlns:a="http://schemas.openxmlformats.org/drawingml/2006/main">
            <a:off x="666750" y="523875"/>
            <a:ext cx="10858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3225" b="1">
                <a:solidFill>
                  <a:srgbClr val="17252F"/>
                </a:solidFill>
                <a:latin typeface="Nimbus Sans"/>
                <a:ea typeface="Nimbus Sans"/>
                <a:cs typeface="Nimbus Sans"/>
              </a:defRPr>
            </a:defPPr>
            <a:lvl1pPr>
              <a:defRPr sz="3225" b="1">
                <a:solidFill>
                  <a:srgbClr val="17252F"/>
                </a:solidFill>
                <a:latin typeface="Nimbus Sans"/>
                <a:ea typeface="Nimbus Sans"/>
                <a:cs typeface="Nimbus Sans"/>
              </a:defRPr>
            </a:lvl1pPr>
            <a:lvl2pPr>
              <a:defRPr sz="3225" b="1">
                <a:solidFill>
                  <a:srgbClr val="17252F"/>
                </a:solidFill>
                <a:latin typeface="Nimbus Sans"/>
                <a:ea typeface="Nimbus Sans"/>
                <a:cs typeface="Nimbus Sans"/>
              </a:defRPr>
            </a:lvl2pPr>
            <a:lvl3pPr>
              <a:defRPr sz="3225" b="1">
                <a:solidFill>
                  <a:srgbClr val="17252F"/>
                </a:solidFill>
                <a:latin typeface="Nimbus Sans"/>
                <a:ea typeface="Nimbus Sans"/>
                <a:cs typeface="Nimbus Sans"/>
              </a:defRPr>
            </a:lvl3pPr>
            <a:lvl4pPr>
              <a:defRPr sz="3225" b="1">
                <a:solidFill>
                  <a:srgbClr val="17252F"/>
                </a:solidFill>
                <a:latin typeface="Nimbus Sans"/>
                <a:ea typeface="Nimbus Sans"/>
                <a:cs typeface="Nimbus Sans"/>
              </a:defRPr>
            </a:lvl4pPr>
            <a:lvl5pPr>
              <a:defRPr sz="3225" b="1">
                <a:solidFill>
                  <a:srgbClr val="17252F"/>
                </a:solidFill>
                <a:latin typeface="Nimbus Sans"/>
                <a:ea typeface="Nimbus Sans"/>
                <a:cs typeface="Nimbus Sans"/>
              </a:defRPr>
            </a:lvl5pPr>
            <a:lvl6pPr>
              <a:defRPr sz="3225" b="1">
                <a:solidFill>
                  <a:srgbClr val="17252F"/>
                </a:solidFill>
                <a:latin typeface="Nimbus Sans"/>
                <a:ea typeface="Nimbus Sans"/>
                <a:cs typeface="Nimbus Sans"/>
              </a:defRPr>
            </a:lvl6pPr>
            <a:lvl7pPr>
              <a:defRPr sz="3225" b="1">
                <a:solidFill>
                  <a:srgbClr val="17252F"/>
                </a:solidFill>
                <a:latin typeface="Nimbus Sans"/>
                <a:ea typeface="Nimbus Sans"/>
                <a:cs typeface="Nimbus Sans"/>
              </a:defRPr>
            </a:lvl7pPr>
            <a:lvl8pPr>
              <a:defRPr sz="3225" b="1">
                <a:solidFill>
                  <a:srgbClr val="17252F"/>
                </a:solidFill>
                <a:latin typeface="Nimbus Sans"/>
                <a:ea typeface="Nimbus Sans"/>
                <a:cs typeface="Nimbus Sans"/>
              </a:defRPr>
            </a:lvl8pPr>
            <a:lvl9pPr>
              <a:defRPr sz="3225" b="1">
                <a:solidFill>
                  <a:srgbClr val="17252F"/>
                </a:solidFill>
                <a:latin typeface="Nimbus Sans"/>
                <a:ea typeface="Nimbus Sans"/>
                <a:cs typeface="Nimbus Sans"/>
              </a:defRPr>
            </a:lvl9pPr>
          </a:lstStyle>
          <a:p xmlns:a="http://schemas.openxmlformats.org/drawingml/2006/main">
            <a:pPr>
              <a:defRPr sz="3225" b="1">
                <a:solidFill>
                  <a:srgbClr val="17252F"/>
                </a:solidFill>
                <a:latin typeface="Nimbus Sans"/>
                <a:ea typeface="Nimbus Sans"/>
                <a:cs typeface="Nimbus Sans"/>
              </a:defRPr>
            </a:pPr>
            <a:r>
              <a:rPr sz="3225" b="1">
                <a:solidFill>
                  <a:srgbClr val="17252F"/>
                </a:solidFill>
                <a:latin typeface="Nimbus Sans"/>
                <a:ea typeface="Nimbus Sans"/>
                <a:cs typeface="Nimbus Sans"/>
              </a:rPr>
              <a:t>Erkenntnisse aus Umsetzung und Fehlerszenarien</a:t>
            </a:r>
          </a:p>
        </p:txBody>
      </p:sp>
      <p:sp>
        <p:nvSpPr>
          <p:cNvPr id="2" name="text-1">
            <a:extLst xmlns:a="http://schemas.openxmlformats.org/drawingml/2006/main">
              <a:ext uri="{FF2B5EF4-FFF2-40B4-BE49-F238E27FC236}">
                <a16:creationId xmlns:a16="http://schemas.microsoft.com/office/drawing/2014/main" id="{793704E9-2ED0-4F26-9F69-01BAA10824DA}"/>
              </a:ext>
            </a:extLst>
          </p:cNvPr>
          <p:cNvSpPr>
            <a:spLocks xmlns:a="http://schemas.openxmlformats.org/drawingml/2006/main" noGrp="1"/>
          </p:cNvSpPr>
          <p:nvPr/>
        </p:nvSpPr>
        <p:spPr>
          <a:xfrm xmlns:a="http://schemas.openxmlformats.org/drawingml/2006/main">
            <a:off x="9620250" y="63246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1350" b="0">
                <a:solidFill>
                  <a:srgbClr val="52616B"/>
                </a:solidFill>
                <a:latin typeface="Nimbus Sans"/>
                <a:ea typeface="Nimbus Sans"/>
                <a:cs typeface="Nimbus Sans"/>
              </a:defRPr>
            </a:defPPr>
            <a:lvl1pPr>
              <a:defRPr sz="1350" b="0">
                <a:solidFill>
                  <a:srgbClr val="52616B"/>
                </a:solidFill>
                <a:latin typeface="Nimbus Sans"/>
                <a:ea typeface="Nimbus Sans"/>
                <a:cs typeface="Nimbus Sans"/>
              </a:defRPr>
            </a:lvl1pPr>
            <a:lvl2pPr>
              <a:defRPr sz="1350" b="0">
                <a:solidFill>
                  <a:srgbClr val="52616B"/>
                </a:solidFill>
                <a:latin typeface="Nimbus Sans"/>
                <a:ea typeface="Nimbus Sans"/>
                <a:cs typeface="Nimbus Sans"/>
              </a:defRPr>
            </a:lvl2pPr>
            <a:lvl3pPr>
              <a:defRPr sz="1350" b="0">
                <a:solidFill>
                  <a:srgbClr val="52616B"/>
                </a:solidFill>
                <a:latin typeface="Nimbus Sans"/>
                <a:ea typeface="Nimbus Sans"/>
                <a:cs typeface="Nimbus Sans"/>
              </a:defRPr>
            </a:lvl3pPr>
            <a:lvl4pPr>
              <a:defRPr sz="1350" b="0">
                <a:solidFill>
                  <a:srgbClr val="52616B"/>
                </a:solidFill>
                <a:latin typeface="Nimbus Sans"/>
                <a:ea typeface="Nimbus Sans"/>
                <a:cs typeface="Nimbus Sans"/>
              </a:defRPr>
            </a:lvl4pPr>
            <a:lvl5pPr>
              <a:defRPr sz="1350" b="0">
                <a:solidFill>
                  <a:srgbClr val="52616B"/>
                </a:solidFill>
                <a:latin typeface="Nimbus Sans"/>
                <a:ea typeface="Nimbus Sans"/>
                <a:cs typeface="Nimbus Sans"/>
              </a:defRPr>
            </a:lvl5pPr>
            <a:lvl6pPr>
              <a:defRPr sz="1350" b="0">
                <a:solidFill>
                  <a:srgbClr val="52616B"/>
                </a:solidFill>
                <a:latin typeface="Nimbus Sans"/>
                <a:ea typeface="Nimbus Sans"/>
                <a:cs typeface="Nimbus Sans"/>
              </a:defRPr>
            </a:lvl6pPr>
            <a:lvl7pPr>
              <a:defRPr sz="1350" b="0">
                <a:solidFill>
                  <a:srgbClr val="52616B"/>
                </a:solidFill>
                <a:latin typeface="Nimbus Sans"/>
                <a:ea typeface="Nimbus Sans"/>
                <a:cs typeface="Nimbus Sans"/>
              </a:defRPr>
            </a:lvl7pPr>
            <a:lvl8pPr>
              <a:defRPr sz="1350" b="0">
                <a:solidFill>
                  <a:srgbClr val="52616B"/>
                </a:solidFill>
                <a:latin typeface="Nimbus Sans"/>
                <a:ea typeface="Nimbus Sans"/>
                <a:cs typeface="Nimbus Sans"/>
              </a:defRPr>
            </a:lvl8pPr>
            <a:lvl9pPr>
              <a:defRPr sz="1350" b="0">
                <a:solidFill>
                  <a:srgbClr val="52616B"/>
                </a:solidFill>
                <a:latin typeface="Nimbus Sans"/>
                <a:ea typeface="Nimbus Sans"/>
                <a:cs typeface="Nimbus Sans"/>
              </a:defRPr>
            </a:lvl9pPr>
          </a:lstStyle>
          <a:p xmlns:a="http://schemas.openxmlformats.org/drawingml/2006/main">
            <a:pPr>
              <a:defRPr sz="1350" b="0">
                <a:solidFill>
                  <a:srgbClr val="52616B"/>
                </a:solidFill>
                <a:latin typeface="Nimbus Sans"/>
                <a:ea typeface="Nimbus Sans"/>
                <a:cs typeface="Nimbus Sans"/>
              </a:defRPr>
            </a:pPr>
            <a:r>
              <a:rPr sz="1350" b="0">
                <a:solidFill>
                  <a:srgbClr val="52616B"/>
                </a:solidFill>
                <a:latin typeface="Nimbus Sans"/>
                <a:ea typeface="Nimbus Sans"/>
                <a:cs typeface="Nimbus Sans"/>
              </a:rPr>
              <a:t>13</a:t>
            </a:r>
          </a:p>
        </p:txBody>
      </p:sp>
      <p:sp>
        <p:nvSpPr>
          <p:cNvPr id="3" name="text-2">
            <a:extLst xmlns:a="http://schemas.openxmlformats.org/drawingml/2006/main">
              <a:ext uri="{FF2B5EF4-FFF2-40B4-BE49-F238E27FC236}">
                <a16:creationId xmlns:a16="http://schemas.microsoft.com/office/drawing/2014/main" id="{0E832CE0-20C9-483D-B940-49C1C04FBA28}"/>
              </a:ext>
            </a:extLst>
          </p:cNvPr>
          <p:cNvSpPr>
            <a:spLocks xmlns:a="http://schemas.openxmlformats.org/drawingml/2006/main" noGrp="1"/>
          </p:cNvSpPr>
          <p:nvPr/>
        </p:nvSpPr>
        <p:spPr>
          <a:xfrm xmlns:a="http://schemas.openxmlformats.org/drawingml/2006/main">
            <a:off x="666750" y="1666875"/>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2100" b="1">
                <a:solidFill>
                  <a:srgbClr val="176B78"/>
                </a:solidFill>
                <a:latin typeface="Nimbus Sans"/>
                <a:ea typeface="Nimbus Sans"/>
                <a:cs typeface="Nimbus Sans"/>
              </a:defRPr>
            </a:defPPr>
            <a:lvl1pPr>
              <a:defRPr sz="2100" b="1">
                <a:solidFill>
                  <a:srgbClr val="176B78"/>
                </a:solidFill>
                <a:latin typeface="Nimbus Sans"/>
                <a:ea typeface="Nimbus Sans"/>
                <a:cs typeface="Nimbus Sans"/>
              </a:defRPr>
            </a:lvl1pPr>
            <a:lvl2pPr>
              <a:defRPr sz="2100" b="1">
                <a:solidFill>
                  <a:srgbClr val="176B78"/>
                </a:solidFill>
                <a:latin typeface="Nimbus Sans"/>
                <a:ea typeface="Nimbus Sans"/>
                <a:cs typeface="Nimbus Sans"/>
              </a:defRPr>
            </a:lvl2pPr>
            <a:lvl3pPr>
              <a:defRPr sz="2100" b="1">
                <a:solidFill>
                  <a:srgbClr val="176B78"/>
                </a:solidFill>
                <a:latin typeface="Nimbus Sans"/>
                <a:ea typeface="Nimbus Sans"/>
                <a:cs typeface="Nimbus Sans"/>
              </a:defRPr>
            </a:lvl3pPr>
            <a:lvl4pPr>
              <a:defRPr sz="2100" b="1">
                <a:solidFill>
                  <a:srgbClr val="176B78"/>
                </a:solidFill>
                <a:latin typeface="Nimbus Sans"/>
                <a:ea typeface="Nimbus Sans"/>
                <a:cs typeface="Nimbus Sans"/>
              </a:defRPr>
            </a:lvl4pPr>
            <a:lvl5pPr>
              <a:defRPr sz="2100" b="1">
                <a:solidFill>
                  <a:srgbClr val="176B78"/>
                </a:solidFill>
                <a:latin typeface="Nimbus Sans"/>
                <a:ea typeface="Nimbus Sans"/>
                <a:cs typeface="Nimbus Sans"/>
              </a:defRPr>
            </a:lvl5pPr>
            <a:lvl6pPr>
              <a:defRPr sz="2100" b="1">
                <a:solidFill>
                  <a:srgbClr val="176B78"/>
                </a:solidFill>
                <a:latin typeface="Nimbus Sans"/>
                <a:ea typeface="Nimbus Sans"/>
                <a:cs typeface="Nimbus Sans"/>
              </a:defRPr>
            </a:lvl6pPr>
            <a:lvl7pPr>
              <a:defRPr sz="2100" b="1">
                <a:solidFill>
                  <a:srgbClr val="176B78"/>
                </a:solidFill>
                <a:latin typeface="Nimbus Sans"/>
                <a:ea typeface="Nimbus Sans"/>
                <a:cs typeface="Nimbus Sans"/>
              </a:defRPr>
            </a:lvl7pPr>
            <a:lvl8pPr>
              <a:defRPr sz="2100" b="1">
                <a:solidFill>
                  <a:srgbClr val="176B78"/>
                </a:solidFill>
                <a:latin typeface="Nimbus Sans"/>
                <a:ea typeface="Nimbus Sans"/>
                <a:cs typeface="Nimbus Sans"/>
              </a:defRPr>
            </a:lvl8pPr>
            <a:lvl9pPr>
              <a:defRPr sz="2100" b="1">
                <a:solidFill>
                  <a:srgbClr val="176B78"/>
                </a:solidFill>
                <a:latin typeface="Nimbus Sans"/>
                <a:ea typeface="Nimbus Sans"/>
                <a:cs typeface="Nimbus Sans"/>
              </a:defRPr>
            </a:lvl9pPr>
          </a:lstStyle>
          <a:p xmlns:a="http://schemas.openxmlformats.org/drawingml/2006/main">
            <a:pPr>
              <a:defRPr sz="2100" b="1">
                <a:solidFill>
                  <a:srgbClr val="176B78"/>
                </a:solidFill>
                <a:latin typeface="Nimbus Sans"/>
                <a:ea typeface="Nimbus Sans"/>
                <a:cs typeface="Nimbus Sans"/>
              </a:defRPr>
            </a:pPr>
            <a:r>
              <a:rPr sz="2100" b="1">
                <a:solidFill>
                  <a:srgbClr val="176B78"/>
                </a:solidFill>
                <a:latin typeface="Nimbus Sans"/>
                <a:ea typeface="Nimbus Sans"/>
                <a:cs typeface="Nimbus Sans"/>
              </a:rPr>
              <a:t>ACKs machen Wiederanlauf möglich</a:t>
            </a:r>
          </a:p>
        </p:txBody>
      </p:sp>
      <p:sp>
        <p:nvSpPr>
          <p:cNvPr id="4" name="text-3">
            <a:extLst xmlns:a="http://schemas.openxmlformats.org/drawingml/2006/main">
              <a:ext uri="{FF2B5EF4-FFF2-40B4-BE49-F238E27FC236}">
                <a16:creationId xmlns:a16="http://schemas.microsoft.com/office/drawing/2014/main" id="{06CA1475-87E4-4DFD-97FF-BB34FCE3AAE8}"/>
              </a:ext>
            </a:extLst>
          </p:cNvPr>
          <p:cNvSpPr>
            <a:spLocks xmlns:a="http://schemas.openxmlformats.org/drawingml/2006/main" noGrp="1"/>
          </p:cNvSpPr>
          <p:nvPr/>
        </p:nvSpPr>
        <p:spPr>
          <a:xfrm xmlns:a="http://schemas.openxmlformats.org/drawingml/2006/main">
            <a:off x="666750" y="2124075"/>
            <a:ext cx="1057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2025" b="0">
                <a:solidFill>
                  <a:srgbClr val="17252F"/>
                </a:solidFill>
                <a:latin typeface="Nimbus Sans"/>
                <a:ea typeface="Nimbus Sans"/>
                <a:cs typeface="Nimbus Sans"/>
              </a:defRPr>
            </a:defPPr>
            <a:lvl1pPr>
              <a:defRPr sz="2025" b="0">
                <a:solidFill>
                  <a:srgbClr val="17252F"/>
                </a:solidFill>
                <a:latin typeface="Nimbus Sans"/>
                <a:ea typeface="Nimbus Sans"/>
                <a:cs typeface="Nimbus Sans"/>
              </a:defRPr>
            </a:lvl1pPr>
            <a:lvl2pPr>
              <a:defRPr sz="2025" b="0">
                <a:solidFill>
                  <a:srgbClr val="17252F"/>
                </a:solidFill>
                <a:latin typeface="Nimbus Sans"/>
                <a:ea typeface="Nimbus Sans"/>
                <a:cs typeface="Nimbus Sans"/>
              </a:defRPr>
            </a:lvl2pPr>
            <a:lvl3pPr>
              <a:defRPr sz="2025" b="0">
                <a:solidFill>
                  <a:srgbClr val="17252F"/>
                </a:solidFill>
                <a:latin typeface="Nimbus Sans"/>
                <a:ea typeface="Nimbus Sans"/>
                <a:cs typeface="Nimbus Sans"/>
              </a:defRPr>
            </a:lvl3pPr>
            <a:lvl4pPr>
              <a:defRPr sz="2025" b="0">
                <a:solidFill>
                  <a:srgbClr val="17252F"/>
                </a:solidFill>
                <a:latin typeface="Nimbus Sans"/>
                <a:ea typeface="Nimbus Sans"/>
                <a:cs typeface="Nimbus Sans"/>
              </a:defRPr>
            </a:lvl4pPr>
            <a:lvl5pPr>
              <a:defRPr sz="2025" b="0">
                <a:solidFill>
                  <a:srgbClr val="17252F"/>
                </a:solidFill>
                <a:latin typeface="Nimbus Sans"/>
                <a:ea typeface="Nimbus Sans"/>
                <a:cs typeface="Nimbus Sans"/>
              </a:defRPr>
            </a:lvl5pPr>
            <a:lvl6pPr>
              <a:defRPr sz="2025" b="0">
                <a:solidFill>
                  <a:srgbClr val="17252F"/>
                </a:solidFill>
                <a:latin typeface="Nimbus Sans"/>
                <a:ea typeface="Nimbus Sans"/>
                <a:cs typeface="Nimbus Sans"/>
              </a:defRPr>
            </a:lvl6pPr>
            <a:lvl7pPr>
              <a:defRPr sz="2025" b="0">
                <a:solidFill>
                  <a:srgbClr val="17252F"/>
                </a:solidFill>
                <a:latin typeface="Nimbus Sans"/>
                <a:ea typeface="Nimbus Sans"/>
                <a:cs typeface="Nimbus Sans"/>
              </a:defRPr>
            </a:lvl7pPr>
            <a:lvl8pPr>
              <a:defRPr sz="2025" b="0">
                <a:solidFill>
                  <a:srgbClr val="17252F"/>
                </a:solidFill>
                <a:latin typeface="Nimbus Sans"/>
                <a:ea typeface="Nimbus Sans"/>
                <a:cs typeface="Nimbus Sans"/>
              </a:defRPr>
            </a:lvl8pPr>
            <a:lvl9pPr>
              <a:defRPr sz="2025" b="0">
                <a:solidFill>
                  <a:srgbClr val="17252F"/>
                </a:solidFill>
                <a:latin typeface="Nimbus Sans"/>
                <a:ea typeface="Nimbus Sans"/>
                <a:cs typeface="Nimbus Sans"/>
              </a:defRPr>
            </a:lvl9pPr>
          </a:lstStyle>
          <a:p xmlns:a="http://schemas.openxmlformats.org/drawingml/2006/main">
            <a:pPr>
              <a:defRPr sz="2025" b="0">
                <a:solidFill>
                  <a:srgbClr val="17252F"/>
                </a:solidFill>
                <a:latin typeface="Nimbus Sans"/>
                <a:ea typeface="Nimbus Sans"/>
                <a:cs typeface="Nimbus Sans"/>
              </a:defRPr>
            </a:pPr>
            <a:r>
              <a:rPr sz="2025" b="0">
                <a:solidFill>
                  <a:srgbClr val="17252F"/>
                </a:solidFill>
                <a:latin typeface="Nimbus Sans"/>
                <a:ea typeface="Nimbus Sans"/>
                <a:cs typeface="Nimbus Sans"/>
              </a:rPr>
              <a:t>Ein Consumer-Absturz beendet die Verarbeitung, ohne die Nachricht zu bestätigen. Der Broker kann sie erneut zustellen.</a:t>
            </a:r>
          </a:p>
        </p:txBody>
      </p:sp>
      <p:sp>
        <p:nvSpPr>
          <p:cNvPr id="5" name="text-4">
            <a:extLst xmlns:a="http://schemas.openxmlformats.org/drawingml/2006/main">
              <a:ext uri="{FF2B5EF4-FFF2-40B4-BE49-F238E27FC236}">
                <a16:creationId xmlns:a16="http://schemas.microsoft.com/office/drawing/2014/main" id="{67EAAD2A-102A-40AC-A5D3-D8583E6B1E9F}"/>
              </a:ext>
            </a:extLst>
          </p:cNvPr>
          <p:cNvSpPr>
            <a:spLocks xmlns:a="http://schemas.openxmlformats.org/drawingml/2006/main" noGrp="1"/>
          </p:cNvSpPr>
          <p:nvPr/>
        </p:nvSpPr>
        <p:spPr>
          <a:xfrm xmlns:a="http://schemas.openxmlformats.org/drawingml/2006/main">
            <a:off x="666750" y="3190875"/>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2100" b="1">
                <a:solidFill>
                  <a:srgbClr val="176B78"/>
                </a:solidFill>
                <a:latin typeface="Nimbus Sans"/>
                <a:ea typeface="Nimbus Sans"/>
                <a:cs typeface="Nimbus Sans"/>
              </a:defRPr>
            </a:defPPr>
            <a:lvl1pPr>
              <a:defRPr sz="2100" b="1">
                <a:solidFill>
                  <a:srgbClr val="176B78"/>
                </a:solidFill>
                <a:latin typeface="Nimbus Sans"/>
                <a:ea typeface="Nimbus Sans"/>
                <a:cs typeface="Nimbus Sans"/>
              </a:defRPr>
            </a:lvl1pPr>
            <a:lvl2pPr>
              <a:defRPr sz="2100" b="1">
                <a:solidFill>
                  <a:srgbClr val="176B78"/>
                </a:solidFill>
                <a:latin typeface="Nimbus Sans"/>
                <a:ea typeface="Nimbus Sans"/>
                <a:cs typeface="Nimbus Sans"/>
              </a:defRPr>
            </a:lvl2pPr>
            <a:lvl3pPr>
              <a:defRPr sz="2100" b="1">
                <a:solidFill>
                  <a:srgbClr val="176B78"/>
                </a:solidFill>
                <a:latin typeface="Nimbus Sans"/>
                <a:ea typeface="Nimbus Sans"/>
                <a:cs typeface="Nimbus Sans"/>
              </a:defRPr>
            </a:lvl3pPr>
            <a:lvl4pPr>
              <a:defRPr sz="2100" b="1">
                <a:solidFill>
                  <a:srgbClr val="176B78"/>
                </a:solidFill>
                <a:latin typeface="Nimbus Sans"/>
                <a:ea typeface="Nimbus Sans"/>
                <a:cs typeface="Nimbus Sans"/>
              </a:defRPr>
            </a:lvl4pPr>
            <a:lvl5pPr>
              <a:defRPr sz="2100" b="1">
                <a:solidFill>
                  <a:srgbClr val="176B78"/>
                </a:solidFill>
                <a:latin typeface="Nimbus Sans"/>
                <a:ea typeface="Nimbus Sans"/>
                <a:cs typeface="Nimbus Sans"/>
              </a:defRPr>
            </a:lvl5pPr>
            <a:lvl6pPr>
              <a:defRPr sz="2100" b="1">
                <a:solidFill>
                  <a:srgbClr val="176B78"/>
                </a:solidFill>
                <a:latin typeface="Nimbus Sans"/>
                <a:ea typeface="Nimbus Sans"/>
                <a:cs typeface="Nimbus Sans"/>
              </a:defRPr>
            </a:lvl6pPr>
            <a:lvl7pPr>
              <a:defRPr sz="2100" b="1">
                <a:solidFill>
                  <a:srgbClr val="176B78"/>
                </a:solidFill>
                <a:latin typeface="Nimbus Sans"/>
                <a:ea typeface="Nimbus Sans"/>
                <a:cs typeface="Nimbus Sans"/>
              </a:defRPr>
            </a:lvl7pPr>
            <a:lvl8pPr>
              <a:defRPr sz="2100" b="1">
                <a:solidFill>
                  <a:srgbClr val="176B78"/>
                </a:solidFill>
                <a:latin typeface="Nimbus Sans"/>
                <a:ea typeface="Nimbus Sans"/>
                <a:cs typeface="Nimbus Sans"/>
              </a:defRPr>
            </a:lvl8pPr>
            <a:lvl9pPr>
              <a:defRPr sz="2100" b="1">
                <a:solidFill>
                  <a:srgbClr val="176B78"/>
                </a:solidFill>
                <a:latin typeface="Nimbus Sans"/>
                <a:ea typeface="Nimbus Sans"/>
                <a:cs typeface="Nimbus Sans"/>
              </a:defRPr>
            </a:lvl9pPr>
          </a:lstStyle>
          <a:p xmlns:a="http://schemas.openxmlformats.org/drawingml/2006/main">
            <a:pPr>
              <a:defRPr sz="2100" b="1">
                <a:solidFill>
                  <a:srgbClr val="176B78"/>
                </a:solidFill>
                <a:latin typeface="Nimbus Sans"/>
                <a:ea typeface="Nimbus Sans"/>
                <a:cs typeface="Nimbus Sans"/>
              </a:defRPr>
            </a:pPr>
            <a:r>
              <a:rPr sz="2100" b="1">
                <a:solidFill>
                  <a:srgbClr val="176B78"/>
                </a:solidFill>
                <a:latin typeface="Nimbus Sans"/>
                <a:ea typeface="Nimbus Sans"/>
                <a:cs typeface="Nimbus Sans"/>
              </a:rPr>
              <a:t>Fehlerart bestimmt den weiteren Weg</a:t>
            </a:r>
          </a:p>
        </p:txBody>
      </p:sp>
      <p:sp>
        <p:nvSpPr>
          <p:cNvPr id="6" name="text-5">
            <a:extLst xmlns:a="http://schemas.openxmlformats.org/drawingml/2006/main">
              <a:ext uri="{FF2B5EF4-FFF2-40B4-BE49-F238E27FC236}">
                <a16:creationId xmlns:a16="http://schemas.microsoft.com/office/drawing/2014/main" id="{3BFAB289-66A1-4DF9-9283-A9667C9496F3}"/>
              </a:ext>
            </a:extLst>
          </p:cNvPr>
          <p:cNvSpPr>
            <a:spLocks xmlns:a="http://schemas.openxmlformats.org/drawingml/2006/main" noGrp="1"/>
          </p:cNvSpPr>
          <p:nvPr/>
        </p:nvSpPr>
        <p:spPr>
          <a:xfrm xmlns:a="http://schemas.openxmlformats.org/drawingml/2006/main">
            <a:off x="666750" y="3648075"/>
            <a:ext cx="1057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2025" b="0">
                <a:solidFill>
                  <a:srgbClr val="17252F"/>
                </a:solidFill>
                <a:latin typeface="Nimbus Sans"/>
                <a:ea typeface="Nimbus Sans"/>
                <a:cs typeface="Nimbus Sans"/>
              </a:defRPr>
            </a:defPPr>
            <a:lvl1pPr>
              <a:defRPr sz="2025" b="0">
                <a:solidFill>
                  <a:srgbClr val="17252F"/>
                </a:solidFill>
                <a:latin typeface="Nimbus Sans"/>
                <a:ea typeface="Nimbus Sans"/>
                <a:cs typeface="Nimbus Sans"/>
              </a:defRPr>
            </a:lvl1pPr>
            <a:lvl2pPr>
              <a:defRPr sz="2025" b="0">
                <a:solidFill>
                  <a:srgbClr val="17252F"/>
                </a:solidFill>
                <a:latin typeface="Nimbus Sans"/>
                <a:ea typeface="Nimbus Sans"/>
                <a:cs typeface="Nimbus Sans"/>
              </a:defRPr>
            </a:lvl2pPr>
            <a:lvl3pPr>
              <a:defRPr sz="2025" b="0">
                <a:solidFill>
                  <a:srgbClr val="17252F"/>
                </a:solidFill>
                <a:latin typeface="Nimbus Sans"/>
                <a:ea typeface="Nimbus Sans"/>
                <a:cs typeface="Nimbus Sans"/>
              </a:defRPr>
            </a:lvl3pPr>
            <a:lvl4pPr>
              <a:defRPr sz="2025" b="0">
                <a:solidFill>
                  <a:srgbClr val="17252F"/>
                </a:solidFill>
                <a:latin typeface="Nimbus Sans"/>
                <a:ea typeface="Nimbus Sans"/>
                <a:cs typeface="Nimbus Sans"/>
              </a:defRPr>
            </a:lvl4pPr>
            <a:lvl5pPr>
              <a:defRPr sz="2025" b="0">
                <a:solidFill>
                  <a:srgbClr val="17252F"/>
                </a:solidFill>
                <a:latin typeface="Nimbus Sans"/>
                <a:ea typeface="Nimbus Sans"/>
                <a:cs typeface="Nimbus Sans"/>
              </a:defRPr>
            </a:lvl5pPr>
            <a:lvl6pPr>
              <a:defRPr sz="2025" b="0">
                <a:solidFill>
                  <a:srgbClr val="17252F"/>
                </a:solidFill>
                <a:latin typeface="Nimbus Sans"/>
                <a:ea typeface="Nimbus Sans"/>
                <a:cs typeface="Nimbus Sans"/>
              </a:defRPr>
            </a:lvl6pPr>
            <a:lvl7pPr>
              <a:defRPr sz="2025" b="0">
                <a:solidFill>
                  <a:srgbClr val="17252F"/>
                </a:solidFill>
                <a:latin typeface="Nimbus Sans"/>
                <a:ea typeface="Nimbus Sans"/>
                <a:cs typeface="Nimbus Sans"/>
              </a:defRPr>
            </a:lvl7pPr>
            <a:lvl8pPr>
              <a:defRPr sz="2025" b="0">
                <a:solidFill>
                  <a:srgbClr val="17252F"/>
                </a:solidFill>
                <a:latin typeface="Nimbus Sans"/>
                <a:ea typeface="Nimbus Sans"/>
                <a:cs typeface="Nimbus Sans"/>
              </a:defRPr>
            </a:lvl8pPr>
            <a:lvl9pPr>
              <a:defRPr sz="2025" b="0">
                <a:solidFill>
                  <a:srgbClr val="17252F"/>
                </a:solidFill>
                <a:latin typeface="Nimbus Sans"/>
                <a:ea typeface="Nimbus Sans"/>
                <a:cs typeface="Nimbus Sans"/>
              </a:defRPr>
            </a:lvl9pPr>
          </a:lstStyle>
          <a:p xmlns:a="http://schemas.openxmlformats.org/drawingml/2006/main">
            <a:pPr>
              <a:defRPr sz="2025" b="0">
                <a:solidFill>
                  <a:srgbClr val="17252F"/>
                </a:solidFill>
                <a:latin typeface="Nimbus Sans"/>
                <a:ea typeface="Nimbus Sans"/>
                <a:cs typeface="Nimbus Sans"/>
              </a:defRPr>
            </a:pPr>
            <a:r>
              <a:rPr sz="2025" b="0">
                <a:solidFill>
                  <a:srgbClr val="17252F"/>
                </a:solidFill>
                <a:latin typeface="Nimbus Sans"/>
                <a:ea typeface="Nimbus Sans"/>
                <a:cs typeface="Nimbus Sans"/>
              </a:rPr>
              <a:t>Vorübergehende Ausfälle erlauben eine erneute Verarbeitung. Dauerhaft ungültige Nachrichten gelangen direkt in die DLQ.</a:t>
            </a:r>
          </a:p>
        </p:txBody>
      </p:sp>
      <p:sp>
        <p:nvSpPr>
          <p:cNvPr id="7" name="text-6">
            <a:extLst xmlns:a="http://schemas.openxmlformats.org/drawingml/2006/main">
              <a:ext uri="{FF2B5EF4-FFF2-40B4-BE49-F238E27FC236}">
                <a16:creationId xmlns:a16="http://schemas.microsoft.com/office/drawing/2014/main" id="{1795A64E-108C-4E60-A8C2-8F0C7A5EDE25}"/>
              </a:ext>
            </a:extLst>
          </p:cNvPr>
          <p:cNvSpPr>
            <a:spLocks xmlns:a="http://schemas.openxmlformats.org/drawingml/2006/main" noGrp="1"/>
          </p:cNvSpPr>
          <p:nvPr/>
        </p:nvSpPr>
        <p:spPr>
          <a:xfrm xmlns:a="http://schemas.openxmlformats.org/drawingml/2006/main">
            <a:off x="666750" y="4714875"/>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2100" b="1">
                <a:solidFill>
                  <a:srgbClr val="176B78"/>
                </a:solidFill>
                <a:latin typeface="Nimbus Sans"/>
                <a:ea typeface="Nimbus Sans"/>
                <a:cs typeface="Nimbus Sans"/>
              </a:defRPr>
            </a:defPPr>
            <a:lvl1pPr>
              <a:defRPr sz="2100" b="1">
                <a:solidFill>
                  <a:srgbClr val="176B78"/>
                </a:solidFill>
                <a:latin typeface="Nimbus Sans"/>
                <a:ea typeface="Nimbus Sans"/>
                <a:cs typeface="Nimbus Sans"/>
              </a:defRPr>
            </a:lvl1pPr>
            <a:lvl2pPr>
              <a:defRPr sz="2100" b="1">
                <a:solidFill>
                  <a:srgbClr val="176B78"/>
                </a:solidFill>
                <a:latin typeface="Nimbus Sans"/>
                <a:ea typeface="Nimbus Sans"/>
                <a:cs typeface="Nimbus Sans"/>
              </a:defRPr>
            </a:lvl2pPr>
            <a:lvl3pPr>
              <a:defRPr sz="2100" b="1">
                <a:solidFill>
                  <a:srgbClr val="176B78"/>
                </a:solidFill>
                <a:latin typeface="Nimbus Sans"/>
                <a:ea typeface="Nimbus Sans"/>
                <a:cs typeface="Nimbus Sans"/>
              </a:defRPr>
            </a:lvl3pPr>
            <a:lvl4pPr>
              <a:defRPr sz="2100" b="1">
                <a:solidFill>
                  <a:srgbClr val="176B78"/>
                </a:solidFill>
                <a:latin typeface="Nimbus Sans"/>
                <a:ea typeface="Nimbus Sans"/>
                <a:cs typeface="Nimbus Sans"/>
              </a:defRPr>
            </a:lvl4pPr>
            <a:lvl5pPr>
              <a:defRPr sz="2100" b="1">
                <a:solidFill>
                  <a:srgbClr val="176B78"/>
                </a:solidFill>
                <a:latin typeface="Nimbus Sans"/>
                <a:ea typeface="Nimbus Sans"/>
                <a:cs typeface="Nimbus Sans"/>
              </a:defRPr>
            </a:lvl5pPr>
            <a:lvl6pPr>
              <a:defRPr sz="2100" b="1">
                <a:solidFill>
                  <a:srgbClr val="176B78"/>
                </a:solidFill>
                <a:latin typeface="Nimbus Sans"/>
                <a:ea typeface="Nimbus Sans"/>
                <a:cs typeface="Nimbus Sans"/>
              </a:defRPr>
            </a:lvl6pPr>
            <a:lvl7pPr>
              <a:defRPr sz="2100" b="1">
                <a:solidFill>
                  <a:srgbClr val="176B78"/>
                </a:solidFill>
                <a:latin typeface="Nimbus Sans"/>
                <a:ea typeface="Nimbus Sans"/>
                <a:cs typeface="Nimbus Sans"/>
              </a:defRPr>
            </a:lvl7pPr>
            <a:lvl8pPr>
              <a:defRPr sz="2100" b="1">
                <a:solidFill>
                  <a:srgbClr val="176B78"/>
                </a:solidFill>
                <a:latin typeface="Nimbus Sans"/>
                <a:ea typeface="Nimbus Sans"/>
                <a:cs typeface="Nimbus Sans"/>
              </a:defRPr>
            </a:lvl8pPr>
            <a:lvl9pPr>
              <a:defRPr sz="2100" b="1">
                <a:solidFill>
                  <a:srgbClr val="176B78"/>
                </a:solidFill>
                <a:latin typeface="Nimbus Sans"/>
                <a:ea typeface="Nimbus Sans"/>
                <a:cs typeface="Nimbus Sans"/>
              </a:defRPr>
            </a:lvl9pPr>
          </a:lstStyle>
          <a:p xmlns:a="http://schemas.openxmlformats.org/drawingml/2006/main">
            <a:pPr>
              <a:defRPr sz="2100" b="1">
                <a:solidFill>
                  <a:srgbClr val="176B78"/>
                </a:solidFill>
                <a:latin typeface="Nimbus Sans"/>
                <a:ea typeface="Nimbus Sans"/>
                <a:cs typeface="Nimbus Sans"/>
              </a:defRPr>
            </a:pPr>
            <a:r>
              <a:rPr sz="2100" b="1">
                <a:solidFill>
                  <a:srgbClr val="176B78"/>
                </a:solidFill>
                <a:latin typeface="Nimbus Sans"/>
                <a:ea typeface="Nimbus Sans"/>
                <a:cs typeface="Nimbus Sans"/>
              </a:rPr>
              <a:t>Logging erleichtert die Fehleranalyse</a:t>
            </a:r>
          </a:p>
        </p:txBody>
      </p:sp>
      <p:sp>
        <p:nvSpPr>
          <p:cNvPr id="8" name="text-7">
            <a:extLst xmlns:a="http://schemas.openxmlformats.org/drawingml/2006/main">
              <a:ext uri="{FF2B5EF4-FFF2-40B4-BE49-F238E27FC236}">
                <a16:creationId xmlns:a16="http://schemas.microsoft.com/office/drawing/2014/main" id="{BF7AFF03-D7D8-4620-9779-B7F90677DF8B}"/>
              </a:ext>
            </a:extLst>
          </p:cNvPr>
          <p:cNvSpPr>
            <a:spLocks xmlns:a="http://schemas.openxmlformats.org/drawingml/2006/main" noGrp="1"/>
          </p:cNvSpPr>
          <p:nvPr/>
        </p:nvSpPr>
        <p:spPr>
          <a:xfrm xmlns:a="http://schemas.openxmlformats.org/drawingml/2006/main">
            <a:off x="666750" y="5172075"/>
            <a:ext cx="1057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2025" b="0">
                <a:solidFill>
                  <a:srgbClr val="17252F"/>
                </a:solidFill>
                <a:latin typeface="Nimbus Sans"/>
                <a:ea typeface="Nimbus Sans"/>
                <a:cs typeface="Nimbus Sans"/>
              </a:defRPr>
            </a:defPPr>
            <a:lvl1pPr>
              <a:defRPr sz="2025" b="0">
                <a:solidFill>
                  <a:srgbClr val="17252F"/>
                </a:solidFill>
                <a:latin typeface="Nimbus Sans"/>
                <a:ea typeface="Nimbus Sans"/>
                <a:cs typeface="Nimbus Sans"/>
              </a:defRPr>
            </a:lvl1pPr>
            <a:lvl2pPr>
              <a:defRPr sz="2025" b="0">
                <a:solidFill>
                  <a:srgbClr val="17252F"/>
                </a:solidFill>
                <a:latin typeface="Nimbus Sans"/>
                <a:ea typeface="Nimbus Sans"/>
                <a:cs typeface="Nimbus Sans"/>
              </a:defRPr>
            </a:lvl2pPr>
            <a:lvl3pPr>
              <a:defRPr sz="2025" b="0">
                <a:solidFill>
                  <a:srgbClr val="17252F"/>
                </a:solidFill>
                <a:latin typeface="Nimbus Sans"/>
                <a:ea typeface="Nimbus Sans"/>
                <a:cs typeface="Nimbus Sans"/>
              </a:defRPr>
            </a:lvl3pPr>
            <a:lvl4pPr>
              <a:defRPr sz="2025" b="0">
                <a:solidFill>
                  <a:srgbClr val="17252F"/>
                </a:solidFill>
                <a:latin typeface="Nimbus Sans"/>
                <a:ea typeface="Nimbus Sans"/>
                <a:cs typeface="Nimbus Sans"/>
              </a:defRPr>
            </a:lvl4pPr>
            <a:lvl5pPr>
              <a:defRPr sz="2025" b="0">
                <a:solidFill>
                  <a:srgbClr val="17252F"/>
                </a:solidFill>
                <a:latin typeface="Nimbus Sans"/>
                <a:ea typeface="Nimbus Sans"/>
                <a:cs typeface="Nimbus Sans"/>
              </a:defRPr>
            </a:lvl5pPr>
            <a:lvl6pPr>
              <a:defRPr sz="2025" b="0">
                <a:solidFill>
                  <a:srgbClr val="17252F"/>
                </a:solidFill>
                <a:latin typeface="Nimbus Sans"/>
                <a:ea typeface="Nimbus Sans"/>
                <a:cs typeface="Nimbus Sans"/>
              </a:defRPr>
            </a:lvl6pPr>
            <a:lvl7pPr>
              <a:defRPr sz="2025" b="0">
                <a:solidFill>
                  <a:srgbClr val="17252F"/>
                </a:solidFill>
                <a:latin typeface="Nimbus Sans"/>
                <a:ea typeface="Nimbus Sans"/>
                <a:cs typeface="Nimbus Sans"/>
              </a:defRPr>
            </a:lvl7pPr>
            <a:lvl8pPr>
              <a:defRPr sz="2025" b="0">
                <a:solidFill>
                  <a:srgbClr val="17252F"/>
                </a:solidFill>
                <a:latin typeface="Nimbus Sans"/>
                <a:ea typeface="Nimbus Sans"/>
                <a:cs typeface="Nimbus Sans"/>
              </a:defRPr>
            </a:lvl8pPr>
            <a:lvl9pPr>
              <a:defRPr sz="2025" b="0">
                <a:solidFill>
                  <a:srgbClr val="17252F"/>
                </a:solidFill>
                <a:latin typeface="Nimbus Sans"/>
                <a:ea typeface="Nimbus Sans"/>
                <a:cs typeface="Nimbus Sans"/>
              </a:defRPr>
            </a:lvl9pPr>
          </a:lstStyle>
          <a:p xmlns:a="http://schemas.openxmlformats.org/drawingml/2006/main">
            <a:pPr>
              <a:defRPr sz="2025" b="0">
                <a:solidFill>
                  <a:srgbClr val="17252F"/>
                </a:solidFill>
                <a:latin typeface="Nimbus Sans"/>
                <a:ea typeface="Nimbus Sans"/>
                <a:cs typeface="Nimbus Sans"/>
              </a:defRPr>
            </a:pPr>
            <a:r>
              <a:rPr sz="2025" b="0">
                <a:solidFill>
                  <a:srgbClr val="17252F"/>
                </a:solidFill>
                <a:latin typeface="Nimbus Sans"/>
                <a:ea typeface="Nimbus Sans"/>
                <a:cs typeface="Nimbus Sans"/>
              </a:rPr>
              <a:t>print-Ausgaben können gepuffert und verzögert erscheinen. Logging mit StreamHandler liefert zeitnahe Meldungen mit Zeitstempel und Log-Level.</a:t>
            </a:r>
          </a:p>
        </p:txBody>
      </p:sp>
    </p:spTree>
    <p:extLst>
      <p:ext uri="{BB962C8B-B14F-4D97-AF65-F5344CB8AC3E}">
        <p14:creationId xmlns:p14="http://schemas.microsoft.com/office/powerpoint/2010/main" val="80401508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1BEA265F-2AC5-4226-94BD-2C760F67370F}"/>
              </a:ext>
            </a:extLst>
          </p:cNvPr>
          <p:cNvSpPr>
            <a:spLocks xmlns:a="http://schemas.openxmlformats.org/drawingml/2006/main" noGrp="1"/>
          </p:cNvSpPr>
          <p:nvPr/>
        </p:nvSpPr>
        <p:spPr>
          <a:xfrm xmlns:a="http://schemas.openxmlformats.org/drawingml/2006/main">
            <a:off x="666750" y="523875"/>
            <a:ext cx="10858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3225" b="1">
                <a:solidFill>
                  <a:srgbClr val="17252F"/>
                </a:solidFill>
                <a:latin typeface="Nimbus Sans"/>
                <a:ea typeface="Nimbus Sans"/>
                <a:cs typeface="Nimbus Sans"/>
              </a:defRPr>
            </a:defPPr>
            <a:lvl1pPr>
              <a:defRPr sz="3225" b="1">
                <a:solidFill>
                  <a:srgbClr val="17252F"/>
                </a:solidFill>
                <a:latin typeface="Nimbus Sans"/>
                <a:ea typeface="Nimbus Sans"/>
                <a:cs typeface="Nimbus Sans"/>
              </a:defRPr>
            </a:lvl1pPr>
            <a:lvl2pPr>
              <a:defRPr sz="3225" b="1">
                <a:solidFill>
                  <a:srgbClr val="17252F"/>
                </a:solidFill>
                <a:latin typeface="Nimbus Sans"/>
                <a:ea typeface="Nimbus Sans"/>
                <a:cs typeface="Nimbus Sans"/>
              </a:defRPr>
            </a:lvl2pPr>
            <a:lvl3pPr>
              <a:defRPr sz="3225" b="1">
                <a:solidFill>
                  <a:srgbClr val="17252F"/>
                </a:solidFill>
                <a:latin typeface="Nimbus Sans"/>
                <a:ea typeface="Nimbus Sans"/>
                <a:cs typeface="Nimbus Sans"/>
              </a:defRPr>
            </a:lvl3pPr>
            <a:lvl4pPr>
              <a:defRPr sz="3225" b="1">
                <a:solidFill>
                  <a:srgbClr val="17252F"/>
                </a:solidFill>
                <a:latin typeface="Nimbus Sans"/>
                <a:ea typeface="Nimbus Sans"/>
                <a:cs typeface="Nimbus Sans"/>
              </a:defRPr>
            </a:lvl4pPr>
            <a:lvl5pPr>
              <a:defRPr sz="3225" b="1">
                <a:solidFill>
                  <a:srgbClr val="17252F"/>
                </a:solidFill>
                <a:latin typeface="Nimbus Sans"/>
                <a:ea typeface="Nimbus Sans"/>
                <a:cs typeface="Nimbus Sans"/>
              </a:defRPr>
            </a:lvl5pPr>
            <a:lvl6pPr>
              <a:defRPr sz="3225" b="1">
                <a:solidFill>
                  <a:srgbClr val="17252F"/>
                </a:solidFill>
                <a:latin typeface="Nimbus Sans"/>
                <a:ea typeface="Nimbus Sans"/>
                <a:cs typeface="Nimbus Sans"/>
              </a:defRPr>
            </a:lvl6pPr>
            <a:lvl7pPr>
              <a:defRPr sz="3225" b="1">
                <a:solidFill>
                  <a:srgbClr val="17252F"/>
                </a:solidFill>
                <a:latin typeface="Nimbus Sans"/>
                <a:ea typeface="Nimbus Sans"/>
                <a:cs typeface="Nimbus Sans"/>
              </a:defRPr>
            </a:lvl7pPr>
            <a:lvl8pPr>
              <a:defRPr sz="3225" b="1">
                <a:solidFill>
                  <a:srgbClr val="17252F"/>
                </a:solidFill>
                <a:latin typeface="Nimbus Sans"/>
                <a:ea typeface="Nimbus Sans"/>
                <a:cs typeface="Nimbus Sans"/>
              </a:defRPr>
            </a:lvl8pPr>
            <a:lvl9pPr>
              <a:defRPr sz="3225" b="1">
                <a:solidFill>
                  <a:srgbClr val="17252F"/>
                </a:solidFill>
                <a:latin typeface="Nimbus Sans"/>
                <a:ea typeface="Nimbus Sans"/>
                <a:cs typeface="Nimbus Sans"/>
              </a:defRPr>
            </a:lvl9pPr>
          </a:lstStyle>
          <a:p xmlns:a="http://schemas.openxmlformats.org/drawingml/2006/main">
            <a:pPr>
              <a:defRPr sz="3225" b="1">
                <a:solidFill>
                  <a:srgbClr val="17252F"/>
                </a:solidFill>
                <a:latin typeface="Nimbus Sans"/>
                <a:ea typeface="Nimbus Sans"/>
                <a:cs typeface="Nimbus Sans"/>
              </a:defRPr>
            </a:pPr>
            <a:r>
              <a:rPr sz="3225" b="1">
                <a:solidFill>
                  <a:srgbClr val="17252F"/>
                </a:solidFill>
                <a:latin typeface="Nimbus Sans"/>
                <a:ea typeface="Nimbus Sans"/>
                <a:cs typeface="Nimbus Sans"/>
              </a:rPr>
              <a:t>Technische Grenzen des aktuellen Stands</a:t>
            </a:r>
          </a:p>
        </p:txBody>
      </p:sp>
      <p:sp>
        <p:nvSpPr>
          <p:cNvPr id="2" name="text-1">
            <a:extLst xmlns:a="http://schemas.openxmlformats.org/drawingml/2006/main">
              <a:ext uri="{FF2B5EF4-FFF2-40B4-BE49-F238E27FC236}">
                <a16:creationId xmlns:a16="http://schemas.microsoft.com/office/drawing/2014/main" id="{C1E8DBE1-5291-4DDB-93C9-A732D80F9212}"/>
              </a:ext>
            </a:extLst>
          </p:cNvPr>
          <p:cNvSpPr>
            <a:spLocks xmlns:a="http://schemas.openxmlformats.org/drawingml/2006/main" noGrp="1"/>
          </p:cNvSpPr>
          <p:nvPr/>
        </p:nvSpPr>
        <p:spPr>
          <a:xfrm xmlns:a="http://schemas.openxmlformats.org/drawingml/2006/main">
            <a:off x="9620250" y="63246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defRPr sz="1350" b="0">
                <a:solidFill>
                  <a:srgbClr val="52616B"/>
                </a:solidFill>
                <a:latin typeface="Nimbus Sans"/>
                <a:ea typeface="Nimbus Sans"/>
                <a:cs typeface="Nimbus Sans"/>
              </a:defRPr>
            </a:defPPr>
            <a:lvl1pPr>
              <a:defRPr sz="1350" b="0">
                <a:solidFill>
                  <a:srgbClr val="52616B"/>
                </a:solidFill>
                <a:latin typeface="Nimbus Sans"/>
                <a:ea typeface="Nimbus Sans"/>
                <a:cs typeface="Nimbus Sans"/>
              </a:defRPr>
            </a:lvl1pPr>
            <a:lvl2pPr>
              <a:defRPr sz="1350" b="0">
                <a:solidFill>
                  <a:srgbClr val="52616B"/>
                </a:solidFill>
                <a:latin typeface="Nimbus Sans"/>
                <a:ea typeface="Nimbus Sans"/>
                <a:cs typeface="Nimbus Sans"/>
              </a:defRPr>
            </a:lvl2pPr>
            <a:lvl3pPr>
              <a:defRPr sz="1350" b="0">
                <a:solidFill>
                  <a:srgbClr val="52616B"/>
                </a:solidFill>
                <a:latin typeface="Nimbus Sans"/>
                <a:ea typeface="Nimbus Sans"/>
                <a:cs typeface="Nimbus Sans"/>
              </a:defRPr>
            </a:lvl3pPr>
            <a:lvl4pPr>
              <a:defRPr sz="1350" b="0">
                <a:solidFill>
                  <a:srgbClr val="52616B"/>
                </a:solidFill>
                <a:latin typeface="Nimbus Sans"/>
                <a:ea typeface="Nimbus Sans"/>
                <a:cs typeface="Nimbus Sans"/>
              </a:defRPr>
            </a:lvl4pPr>
            <a:lvl5pPr>
              <a:defRPr sz="1350" b="0">
                <a:solidFill>
                  <a:srgbClr val="52616B"/>
                </a:solidFill>
                <a:latin typeface="Nimbus Sans"/>
                <a:ea typeface="Nimbus Sans"/>
                <a:cs typeface="Nimbus Sans"/>
              </a:defRPr>
            </a:lvl5pPr>
            <a:lvl6pPr>
              <a:defRPr sz="1350" b="0">
                <a:solidFill>
                  <a:srgbClr val="52616B"/>
                </a:solidFill>
                <a:latin typeface="Nimbus Sans"/>
                <a:ea typeface="Nimbus Sans"/>
                <a:cs typeface="Nimbus Sans"/>
              </a:defRPr>
            </a:lvl6pPr>
            <a:lvl7pPr>
              <a:defRPr sz="1350" b="0">
                <a:solidFill>
                  <a:srgbClr val="52616B"/>
                </a:solidFill>
                <a:latin typeface="Nimbus Sans"/>
                <a:ea typeface="Nimbus Sans"/>
                <a:cs typeface="Nimbus Sans"/>
              </a:defRPr>
            </a:lvl7pPr>
            <a:lvl8pPr>
              <a:defRPr sz="1350" b="0">
                <a:solidFill>
                  <a:srgbClr val="52616B"/>
                </a:solidFill>
                <a:latin typeface="Nimbus Sans"/>
                <a:ea typeface="Nimbus Sans"/>
                <a:cs typeface="Nimbus Sans"/>
              </a:defRPr>
            </a:lvl8pPr>
            <a:lvl9pPr>
              <a:defRPr sz="1350" b="0">
                <a:solidFill>
                  <a:srgbClr val="52616B"/>
                </a:solidFill>
                <a:latin typeface="Nimbus Sans"/>
                <a:ea typeface="Nimbus Sans"/>
                <a:cs typeface="Nimbus Sans"/>
              </a:defRPr>
            </a:lvl9pPr>
          </a:lstStyle>
          <a:p xmlns:a="http://schemas.openxmlformats.org/drawingml/2006/main">
            <a:pPr>
              <a:defRPr sz="1350" b="0">
                <a:solidFill>
                  <a:srgbClr val="52616B"/>
                </a:solidFill>
                <a:latin typeface="Nimbus Sans"/>
                <a:ea typeface="Nimbus Sans"/>
                <a:cs typeface="Nimbus Sans"/>
              </a:defRPr>
            </a:pPr>
            <a:r>
              <a:rPr sz="1350" b="0">
                <a:solidFill>
                  <a:srgbClr val="52616B"/>
                </a:solidFill>
                <a:latin typeface="Nimbus Sans"/>
                <a:ea typeface="Nimbus Sans"/>
                <a:cs typeface="Nimbus Sans"/>
              </a:rPr>
              <a:t>Anhang   14</a:t>
            </a:r>
          </a:p>
        </p:txBody>
      </p:sp>
      <p:graphicFrame>
        <p:nvGraphicFramePr>
          <p:cNvPr id="3" name="">
            <a:extLst xmlns:a="http://schemas.openxmlformats.org/drawingml/2006/main">
              <a:ext uri="{FF2B5EF4-FFF2-40B4-BE49-F238E27FC236}">
                <a16:creationId xmlns:a16="http://schemas.microsoft.com/office/drawing/2014/main" id="{AE349A84-831D-4C8D-A7CA-EC552E2631F7}"/>
              </a:ext>
            </a:extLst>
          </p:cNvPr>
          <p:cNvGraphicFramePr/>
          <p:nvPr/>
        </p:nvGraphicFramePr>
        <p:xfrm>
          <a:off xmlns:a="http://schemas.openxmlformats.org/drawingml/2006/main" x="666750" y="1666875"/>
          <a:ext xmlns:a="http://schemas.openxmlformats.org/drawingml/2006/main" cx="10858500" cy="4048125"/>
        </p:xfrm>
        <a:graphic xmlns:a="http://schemas.openxmlformats.org/drawingml/2006/main">
          <a:graphicData uri="http://schemas.openxmlformats.org/drawingml/2006/table">
            <a:tbl>
              <a:tblPr/>
              <a:tblGrid>
                <a:gridCol w="3476625"/>
                <a:gridCol w="3524250"/>
                <a:gridCol w="3857625"/>
              </a:tblGrid>
              <a:tr h="1012031">
                <a:tc>
                  <a:txBody>
                    <a:bodyPr lIns="133350" tIns="133350" rIns="133350" bIns="133350"/>
                    <a:lstStyle/>
                    <a:p>
                      <a:r>
                        <a:rPr sz="1725" b="1">
                          <a:solidFill>
                            <a:srgbClr val="FFFFFF"/>
                          </a:solidFill>
                          <a:latin typeface="Nimbus Sans"/>
                          <a:ea typeface="Nimbus Sans"/>
                          <a:cs typeface="Nimbus Sans"/>
                        </a:rPr>
                        <a:t>Aktueller Stand</a:t>
                      </a:r>
                    </a:p>
                  </a:txBody>
                  <a:tcPr marL="91440" marR="91440" marT="45720" marB="45720" anchor="ctr">
                    <a:lnL w="9525">
                      <a:solidFill>
                        <a:srgbClr val="D8E2E5"/>
                      </a:solidFill>
                      <a:prstDash val="solid"/>
                    </a:lnL>
                    <a:lnR w="9525">
                      <a:solidFill>
                        <a:srgbClr val="D8E2E5"/>
                      </a:solidFill>
                      <a:prstDash val="solid"/>
                    </a:lnR>
                    <a:lnT w="9525">
                      <a:solidFill>
                        <a:srgbClr val="D8E2E5"/>
                      </a:solidFill>
                      <a:prstDash val="solid"/>
                    </a:lnT>
                    <a:lnB w="9525">
                      <a:solidFill>
                        <a:srgbClr val="D8E2E5"/>
                      </a:solidFill>
                      <a:prstDash val="solid"/>
                    </a:lnB>
                    <a:solidFill>
                      <a:srgbClr val="176B78"/>
                    </a:solidFill>
                  </a:tcPr>
                </a:tc>
                <a:tc>
                  <a:txBody>
                    <a:bodyPr lIns="133350" tIns="133350" rIns="133350" bIns="133350"/>
                    <a:lstStyle/>
                    <a:p>
                      <a:r>
                        <a:rPr sz="1725" b="1">
                          <a:solidFill>
                            <a:srgbClr val="FFFFFF"/>
                          </a:solidFill>
                          <a:latin typeface="Nimbus Sans"/>
                          <a:ea typeface="Nimbus Sans"/>
                          <a:cs typeface="Nimbus Sans"/>
                        </a:rPr>
                        <a:t>Auswirkung</a:t>
                      </a:r>
                    </a:p>
                  </a:txBody>
                  <a:tcPr marL="91440" marR="91440" marT="45720" marB="45720" anchor="ctr">
                    <a:lnR w="9525">
                      <a:solidFill>
                        <a:srgbClr val="D8E2E5"/>
                      </a:solidFill>
                      <a:prstDash val="solid"/>
                    </a:lnR>
                    <a:lnT w="9525">
                      <a:solidFill>
                        <a:srgbClr val="D8E2E5"/>
                      </a:solidFill>
                      <a:prstDash val="solid"/>
                    </a:lnT>
                    <a:lnB w="9525">
                      <a:solidFill>
                        <a:srgbClr val="D8E2E5"/>
                      </a:solidFill>
                      <a:prstDash val="solid"/>
                    </a:lnB>
                    <a:solidFill>
                      <a:srgbClr val="176B78"/>
                    </a:solidFill>
                  </a:tcPr>
                </a:tc>
                <a:tc>
                  <a:txBody>
                    <a:bodyPr lIns="133350" tIns="133350" rIns="133350" bIns="133350"/>
                    <a:lstStyle/>
                    <a:p>
                      <a:r>
                        <a:rPr sz="1725" b="1">
                          <a:solidFill>
                            <a:srgbClr val="FFFFFF"/>
                          </a:solidFill>
                          <a:latin typeface="Nimbus Sans"/>
                          <a:ea typeface="Nimbus Sans"/>
                          <a:cs typeface="Nimbus Sans"/>
                        </a:rPr>
                        <a:t>Verbesserung</a:t>
                      </a:r>
                    </a:p>
                  </a:txBody>
                  <a:tcPr marL="91440" marR="91440" marT="45720" marB="45720" anchor="ctr">
                    <a:lnR w="9525">
                      <a:solidFill>
                        <a:srgbClr val="D8E2E5"/>
                      </a:solidFill>
                      <a:prstDash val="solid"/>
                    </a:lnR>
                    <a:lnT w="9525">
                      <a:solidFill>
                        <a:srgbClr val="D8E2E5"/>
                      </a:solidFill>
                      <a:prstDash val="solid"/>
                    </a:lnT>
                    <a:lnB w="9525">
                      <a:solidFill>
                        <a:srgbClr val="D8E2E5"/>
                      </a:solidFill>
                      <a:prstDash val="solid"/>
                    </a:lnB>
                    <a:solidFill>
                      <a:srgbClr val="176B78"/>
                    </a:solidFill>
                  </a:tcPr>
                </a:tc>
              </a:tr>
              <a:tr h="1012031">
                <a:tc>
                  <a:txBody>
                    <a:bodyPr lIns="133350" tIns="133350" rIns="133350" bIns="133350"/>
                    <a:lstStyle/>
                    <a:p>
                      <a:r>
                        <a:rPr sz="1725" b="0">
                          <a:solidFill>
                            <a:srgbClr val="17252F"/>
                          </a:solidFill>
                          <a:latin typeface="Nimbus Sans"/>
                          <a:ea typeface="Nimbus Sans"/>
                          <a:cs typeface="Nimbus Sans"/>
                        </a:rPr>
                        <a:t>Prototyp mit simulierten Sensordaten</a:t>
                      </a:r>
                    </a:p>
                  </a:txBody>
                  <a:tcPr marL="91440" marR="91440" marT="45720" marB="45720" anchor="ctr">
                    <a:lnL w="9525">
                      <a:solidFill>
                        <a:srgbClr val="D8E2E5"/>
                      </a:solidFill>
                      <a:prstDash val="solid"/>
                    </a:lnL>
                    <a:lnR w="9525">
                      <a:solidFill>
                        <a:srgbClr val="D8E2E5"/>
                      </a:solidFill>
                      <a:prstDash val="solid"/>
                    </a:lnR>
                    <a:lnB w="9525">
                      <a:solidFill>
                        <a:srgbClr val="D8E2E5"/>
                      </a:solidFill>
                      <a:prstDash val="solid"/>
                    </a:lnB>
                    <a:solidFill>
                      <a:srgbClr val="FFFFFF"/>
                    </a:solidFill>
                  </a:tcPr>
                </a:tc>
                <a:tc>
                  <a:txBody>
                    <a:bodyPr lIns="133350" tIns="133350" rIns="133350" bIns="133350"/>
                    <a:lstStyle/>
                    <a:p>
                      <a:r>
                        <a:rPr sz="1725" b="0">
                          <a:solidFill>
                            <a:srgbClr val="17252F"/>
                          </a:solidFill>
                          <a:latin typeface="Nimbus Sans"/>
                          <a:ea typeface="Nimbus Sans"/>
                          <a:cs typeface="Nimbus Sans"/>
                        </a:rPr>
                        <a:t>Verhalten unter realer Last bleibt offen.</a:t>
                      </a:r>
                    </a:p>
                  </a:txBody>
                  <a:tcPr marL="91440" marR="91440" marT="45720" marB="45720" anchor="ctr">
                    <a:lnR w="9525">
                      <a:solidFill>
                        <a:srgbClr val="D8E2E5"/>
                      </a:solidFill>
                      <a:prstDash val="solid"/>
                    </a:lnR>
                    <a:lnB w="9525">
                      <a:solidFill>
                        <a:srgbClr val="D8E2E5"/>
                      </a:solidFill>
                      <a:prstDash val="solid"/>
                    </a:lnB>
                    <a:solidFill>
                      <a:srgbClr val="FFFFFF"/>
                    </a:solidFill>
                  </a:tcPr>
                </a:tc>
                <a:tc>
                  <a:txBody>
                    <a:bodyPr lIns="133350" tIns="133350" rIns="133350" bIns="133350"/>
                    <a:lstStyle/>
                    <a:p>
                      <a:r>
                        <a:rPr sz="1725" b="0">
                          <a:solidFill>
                            <a:srgbClr val="17252F"/>
                          </a:solidFill>
                          <a:latin typeface="Nimbus Sans"/>
                          <a:ea typeface="Nimbus Sans"/>
                          <a:cs typeface="Nimbus Sans"/>
                        </a:rPr>
                        <a:t>Reale Sensoren anbinden und Lasttests durchführen.</a:t>
                      </a:r>
                    </a:p>
                  </a:txBody>
                  <a:tcPr marL="91440" marR="91440" marT="45720" marB="45720" anchor="ctr">
                    <a:lnR w="9525">
                      <a:solidFill>
                        <a:srgbClr val="D8E2E5"/>
                      </a:solidFill>
                      <a:prstDash val="solid"/>
                    </a:lnR>
                    <a:lnB w="9525">
                      <a:solidFill>
                        <a:srgbClr val="D8E2E5"/>
                      </a:solidFill>
                      <a:prstDash val="solid"/>
                    </a:lnB>
                    <a:solidFill>
                      <a:srgbClr val="FFFFFF"/>
                    </a:solidFill>
                  </a:tcPr>
                </a:tc>
              </a:tr>
              <a:tr h="1012031">
                <a:tc>
                  <a:txBody>
                    <a:bodyPr lIns="133350" tIns="133350" rIns="133350" bIns="133350"/>
                    <a:lstStyle/>
                    <a:p>
                      <a:r>
                        <a:rPr sz="1725" b="0">
                          <a:solidFill>
                            <a:srgbClr val="17252F"/>
                          </a:solidFill>
                          <a:latin typeface="Nimbus Sans"/>
                          <a:ea typeface="Nimbus Sans"/>
                          <a:cs typeface="Nimbus Sans"/>
                        </a:rPr>
                        <a:t>Zeitfenster nach Empfangszeit</a:t>
                      </a:r>
                    </a:p>
                  </a:txBody>
                  <a:tcPr marL="91440" marR="91440" marT="45720" marB="45720" anchor="ctr">
                    <a:lnL w="9525">
                      <a:solidFill>
                        <a:srgbClr val="D8E2E5"/>
                      </a:solidFill>
                      <a:prstDash val="solid"/>
                    </a:lnL>
                    <a:lnR w="9525">
                      <a:solidFill>
                        <a:srgbClr val="D8E2E5"/>
                      </a:solidFill>
                      <a:prstDash val="solid"/>
                    </a:lnR>
                    <a:lnB w="9525">
                      <a:solidFill>
                        <a:srgbClr val="D8E2E5"/>
                      </a:solidFill>
                      <a:prstDash val="solid"/>
                    </a:lnB>
                    <a:solidFill>
                      <a:srgbClr val="FFFFFF"/>
                    </a:solidFill>
                  </a:tcPr>
                </a:tc>
                <a:tc>
                  <a:txBody>
                    <a:bodyPr lIns="133350" tIns="133350" rIns="133350" bIns="133350"/>
                    <a:lstStyle/>
                    <a:p>
                      <a:r>
                        <a:rPr sz="1725" b="0">
                          <a:solidFill>
                            <a:srgbClr val="17252F"/>
                          </a:solidFill>
                          <a:latin typeface="Nimbus Sans"/>
                          <a:ea typeface="Nimbus Sans"/>
                          <a:cs typeface="Nimbus Sans"/>
                        </a:rPr>
                        <a:t>Verzögerte Messungen landen in späteren Fenstern.</a:t>
                      </a:r>
                    </a:p>
                  </a:txBody>
                  <a:tcPr marL="91440" marR="91440" marT="45720" marB="45720" anchor="ctr">
                    <a:lnR w="9525">
                      <a:solidFill>
                        <a:srgbClr val="D8E2E5"/>
                      </a:solidFill>
                      <a:prstDash val="solid"/>
                    </a:lnR>
                    <a:lnB w="9525">
                      <a:solidFill>
                        <a:srgbClr val="D8E2E5"/>
                      </a:solidFill>
                      <a:prstDash val="solid"/>
                    </a:lnB>
                    <a:solidFill>
                      <a:srgbClr val="FFFFFF"/>
                    </a:solidFill>
                  </a:tcPr>
                </a:tc>
                <a:tc>
                  <a:txBody>
                    <a:bodyPr lIns="133350" tIns="133350" rIns="133350" bIns="133350"/>
                    <a:lstStyle/>
                    <a:p>
                      <a:r>
                        <a:rPr sz="1725" b="0">
                          <a:solidFill>
                            <a:srgbClr val="17252F"/>
                          </a:solidFill>
                          <a:latin typeface="Nimbus Sans"/>
                          <a:ea typeface="Nimbus Sans"/>
                          <a:cs typeface="Nimbus Sans"/>
                        </a:rPr>
                        <a:t>Ereigniszeit und verspätete Daten berücksichtigen.</a:t>
                      </a:r>
                    </a:p>
                  </a:txBody>
                  <a:tcPr marL="91440" marR="91440" marT="45720" marB="45720" anchor="ctr">
                    <a:lnR w="9525">
                      <a:solidFill>
                        <a:srgbClr val="D8E2E5"/>
                      </a:solidFill>
                      <a:prstDash val="solid"/>
                    </a:lnR>
                    <a:lnB w="9525">
                      <a:solidFill>
                        <a:srgbClr val="D8E2E5"/>
                      </a:solidFill>
                      <a:prstDash val="solid"/>
                    </a:lnB>
                    <a:solidFill>
                      <a:srgbClr val="FFFFFF"/>
                    </a:solidFill>
                  </a:tcPr>
                </a:tc>
              </a:tr>
              <a:tr h="1012031">
                <a:tc>
                  <a:txBody>
                    <a:bodyPr lIns="133350" tIns="133350" rIns="133350" bIns="133350"/>
                    <a:lstStyle/>
                    <a:p>
                      <a:r>
                        <a:rPr sz="1725" b="0">
                          <a:solidFill>
                            <a:srgbClr val="17252F"/>
                          </a:solidFill>
                          <a:latin typeface="Nimbus Sans"/>
                          <a:ea typeface="Nimbus Sans"/>
                          <a:cs typeface="Nimbus Sans"/>
                        </a:rPr>
                        <a:t>Feste Queue-TTL von 60 Sekunden</a:t>
                      </a:r>
                    </a:p>
                  </a:txBody>
                  <a:tcPr marL="91440" marR="91440" marT="45720" marB="45720" anchor="ctr">
                    <a:lnL w="9525">
                      <a:solidFill>
                        <a:srgbClr val="D8E2E5"/>
                      </a:solidFill>
                      <a:prstDash val="solid"/>
                    </a:lnL>
                    <a:lnR w="9525">
                      <a:solidFill>
                        <a:srgbClr val="D8E2E5"/>
                      </a:solidFill>
                      <a:prstDash val="solid"/>
                    </a:lnR>
                    <a:lnB w="9525">
                      <a:solidFill>
                        <a:srgbClr val="D8E2E5"/>
                      </a:solidFill>
                      <a:prstDash val="solid"/>
                    </a:lnB>
                    <a:solidFill>
                      <a:srgbClr val="FFFFFF"/>
                    </a:solidFill>
                  </a:tcPr>
                </a:tc>
                <a:tc>
                  <a:txBody>
                    <a:bodyPr lIns="133350" tIns="133350" rIns="133350" bIns="133350"/>
                    <a:lstStyle/>
                    <a:p>
                      <a:r>
                        <a:rPr sz="1725" b="0">
                          <a:solidFill>
                            <a:srgbClr val="17252F"/>
                          </a:solidFill>
                          <a:latin typeface="Nimbus Sans"/>
                          <a:ea typeface="Nimbus Sans"/>
                          <a:cs typeface="Nimbus Sans"/>
                        </a:rPr>
                        <a:t>Längerer Rückstau führt zu abgelaufenen Daten.</a:t>
                      </a:r>
                    </a:p>
                  </a:txBody>
                  <a:tcPr marL="91440" marR="91440" marT="45720" marB="45720" anchor="ctr">
                    <a:lnR w="9525">
                      <a:solidFill>
                        <a:srgbClr val="D8E2E5"/>
                      </a:solidFill>
                      <a:prstDash val="solid"/>
                    </a:lnR>
                    <a:lnB w="9525">
                      <a:solidFill>
                        <a:srgbClr val="D8E2E5"/>
                      </a:solidFill>
                      <a:prstDash val="solid"/>
                    </a:lnB>
                    <a:solidFill>
                      <a:srgbClr val="FFFFFF"/>
                    </a:solidFill>
                  </a:tcPr>
                </a:tc>
                <a:tc>
                  <a:txBody>
                    <a:bodyPr lIns="133350" tIns="133350" rIns="133350" bIns="133350"/>
                    <a:lstStyle/>
                    <a:p>
                      <a:r>
                        <a:rPr sz="1725" b="0">
                          <a:solidFill>
                            <a:srgbClr val="17252F"/>
                          </a:solidFill>
                          <a:latin typeface="Nimbus Sans"/>
                          <a:ea typeface="Nimbus Sans"/>
                          <a:cs typeface="Nimbus Sans"/>
                        </a:rPr>
                        <a:t>TTL und Verarbeitungskapazität gemeinsam abstimmen.</a:t>
                      </a:r>
                    </a:p>
                  </a:txBody>
                  <a:tcPr marL="91440" marR="91440" marT="45720" marB="45720" anchor="ctr">
                    <a:lnR w="9525">
                      <a:solidFill>
                        <a:srgbClr val="D8E2E5"/>
                      </a:solidFill>
                      <a:prstDash val="solid"/>
                    </a:lnR>
                    <a:lnB w="9525">
                      <a:solidFill>
                        <a:srgbClr val="D8E2E5"/>
                      </a:solidFill>
                      <a:prstDash val="solid"/>
                    </a:lnB>
                    <a:solidFill>
                      <a:srgbClr val="FFFFFF"/>
                    </a:solidFill>
                  </a:tcPr>
                </a:tc>
              </a:tr>
            </a:tbl>
          </a:graphicData>
        </a:graphic>
      </p:graphicFrame>
    </p:spTree>
    <p:extLst>
      <p:ext uri="{BB962C8B-B14F-4D97-AF65-F5344CB8AC3E}">
        <p14:creationId xmlns:p14="http://schemas.microsoft.com/office/powerpoint/2010/main" val="19365074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2026-10-25T16:08:38.9980000Z</dcterms:created>
  <dcterms:modified xsi:type="dcterms:W3CDTF">2026-10-25T16:08:38.9990000Z</dcterms:modified>
</coreProperties>
</file>